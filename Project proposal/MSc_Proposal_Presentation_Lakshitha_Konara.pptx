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  <p:sldMasterId id="2147483707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91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5143500" type="screen16x9"/>
  <p:notesSz cx="6858000" cy="9144000"/>
  <p:embeddedFontLst>
    <p:embeddedFont>
      <p:font typeface="Anaheim" panose="020B0604020202020204" charset="0"/>
      <p:regular r:id="rId40"/>
      <p:bold r:id="rId41"/>
    </p:embeddedFont>
    <p:embeddedFont>
      <p:font typeface="Bebas Neue" panose="020B0606020202050201" pitchFamily="34" charset="0"/>
      <p:regular r:id="rId42"/>
    </p:embeddedFon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Lato Black" panose="020F0502020204030203" pitchFamily="34" charset="0"/>
      <p:bold r:id="rId47"/>
      <p:boldItalic r:id="rId48"/>
    </p:embeddedFont>
    <p:embeddedFont>
      <p:font typeface="Nunito" pitchFamily="2" charset="0"/>
      <p:regular r:id="rId49"/>
      <p:bold r:id="rId50"/>
      <p:italic r:id="rId51"/>
      <p:boldItalic r:id="rId52"/>
    </p:embeddedFont>
    <p:embeddedFont>
      <p:font typeface="Nunito Light" pitchFamily="2" charset="0"/>
      <p:regular r:id="rId53"/>
    </p:embeddedFont>
    <p:embeddedFont>
      <p:font typeface="PT Sans" panose="020B0503020203020204" pitchFamily="3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B52F6E-F9A0-4382-9046-FA5A0E3777DA}">
  <a:tblStyle styleId="{D3B52F6E-F9A0-4382-9046-FA5A0E3777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6.xml"/><Relationship Id="rId51" Type="http://schemas.openxmlformats.org/officeDocument/2006/relationships/font" Target="fonts/font1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88ca94825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f88ca94825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ad7e5b245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fad7e5b245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fad7e5b245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fad7e5b245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88ca94825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f88ca94825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fad7e5b245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fad7e5b245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ad7e5b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fad7e5b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fad7e5b245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fad7e5b245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ad7e5b245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fad7e5b245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>
          <a:extLst>
            <a:ext uri="{FF2B5EF4-FFF2-40B4-BE49-F238E27FC236}">
              <a16:creationId xmlns:a16="http://schemas.microsoft.com/office/drawing/2014/main" id="{E600D0EB-B49C-BAF1-BEAD-03EC1A6D6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ad7e5b245_0_328:notes">
            <a:extLst>
              <a:ext uri="{FF2B5EF4-FFF2-40B4-BE49-F238E27FC236}">
                <a16:creationId xmlns:a16="http://schemas.microsoft.com/office/drawing/2014/main" id="{EC5F4FA1-4A74-E274-9781-1D4D3CDE6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fad7e5b245_0_328:notes">
            <a:extLst>
              <a:ext uri="{FF2B5EF4-FFF2-40B4-BE49-F238E27FC236}">
                <a16:creationId xmlns:a16="http://schemas.microsoft.com/office/drawing/2014/main" id="{21B92BD6-EC15-09FB-AD03-29F2499CF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903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fad7e5b245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fad7e5b245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fad7e5b245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fad7e5b245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fad7e5b245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fad7e5b245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fad7e5b245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fad7e5b245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88ca9482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f88ca9482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f88ca9482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f88ca9482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faf73e923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faf73e923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faf73e923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faf73e923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f88ca9482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3f88ca9482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fad7e5b245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fad7e5b245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fad7e5b245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fad7e5b245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fad7e5b245_0_1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fad7e5b245_0_1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fad7e5b245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fad7e5b245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fad7e5b245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3fad7e5b245_0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fad7e5b245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3fad7e5b245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3fad7e5b245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3fad7e5b245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3faf73e923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3faf73e923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fad7e5b245_0_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3fad7e5b245_0_6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3fad7e5b245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3fad7e5b245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fad7e5b245_0_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3fad7e5b245_0_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faf73e923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3faf73e923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fad7e5b245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3fad7e5b245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697232"/>
            <a:ext cx="5023200" cy="29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225" y="3989068"/>
            <a:ext cx="5023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3225" y="2308597"/>
            <a:ext cx="50202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2649150" y="946224"/>
            <a:ext cx="1148400" cy="114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851725" y="3586904"/>
            <a:ext cx="27432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13225" y="1362450"/>
            <a:ext cx="7717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4754829" y="3621023"/>
            <a:ext cx="2469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1920125" y="3621023"/>
            <a:ext cx="2469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4754827" y="3187226"/>
            <a:ext cx="2469000" cy="5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1920125" y="3184475"/>
            <a:ext cx="2469000" cy="5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759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>
            <a:off x="713225" y="1911101"/>
            <a:ext cx="3675900" cy="2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713225" y="704106"/>
            <a:ext cx="77175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858775" y="1338544"/>
            <a:ext cx="45720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858775" y="3073556"/>
            <a:ext cx="45720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713225" y="4055300"/>
            <a:ext cx="7717500" cy="54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1143000" y="1338513"/>
            <a:ext cx="68580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subTitle" idx="1"/>
          </p:nvPr>
        </p:nvSpPr>
        <p:spPr>
          <a:xfrm>
            <a:off x="1143000" y="3347787"/>
            <a:ext cx="6858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1892875" y="2158975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2" hasCustomPrompt="1"/>
          </p:nvPr>
        </p:nvSpPr>
        <p:spPr>
          <a:xfrm>
            <a:off x="886200" y="1880274"/>
            <a:ext cx="742200" cy="74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3"/>
          </p:nvPr>
        </p:nvSpPr>
        <p:spPr>
          <a:xfrm>
            <a:off x="1892875" y="1821150"/>
            <a:ext cx="2496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4"/>
          </p:nvPr>
        </p:nvSpPr>
        <p:spPr>
          <a:xfrm>
            <a:off x="5933676" y="2158975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5" hasCustomPrompt="1"/>
          </p:nvPr>
        </p:nvSpPr>
        <p:spPr>
          <a:xfrm>
            <a:off x="4926975" y="1880248"/>
            <a:ext cx="742200" cy="7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6"/>
          </p:nvPr>
        </p:nvSpPr>
        <p:spPr>
          <a:xfrm>
            <a:off x="5933676" y="1821150"/>
            <a:ext cx="2496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7"/>
          </p:nvPr>
        </p:nvSpPr>
        <p:spPr>
          <a:xfrm>
            <a:off x="5933676" y="3624425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8" hasCustomPrompt="1"/>
          </p:nvPr>
        </p:nvSpPr>
        <p:spPr>
          <a:xfrm>
            <a:off x="4926975" y="3345698"/>
            <a:ext cx="742200" cy="7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9"/>
          </p:nvPr>
        </p:nvSpPr>
        <p:spPr>
          <a:xfrm>
            <a:off x="5933676" y="3286600"/>
            <a:ext cx="2496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3"/>
          </p:nvPr>
        </p:nvSpPr>
        <p:spPr>
          <a:xfrm>
            <a:off x="1892900" y="3622021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4" hasCustomPrompt="1"/>
          </p:nvPr>
        </p:nvSpPr>
        <p:spPr>
          <a:xfrm>
            <a:off x="886200" y="3343286"/>
            <a:ext cx="742200" cy="7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5"/>
          </p:nvPr>
        </p:nvSpPr>
        <p:spPr>
          <a:xfrm>
            <a:off x="1892900" y="3284196"/>
            <a:ext cx="2496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3408303" y="3393537"/>
            <a:ext cx="5022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1"/>
          </p:nvPr>
        </p:nvSpPr>
        <p:spPr>
          <a:xfrm>
            <a:off x="3408303" y="1201263"/>
            <a:ext cx="502260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3409050" y="2308597"/>
            <a:ext cx="50202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title" idx="2" hasCustomPrompt="1"/>
          </p:nvPr>
        </p:nvSpPr>
        <p:spPr>
          <a:xfrm>
            <a:off x="5343150" y="944150"/>
            <a:ext cx="1152000" cy="11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4547550" y="3586904"/>
            <a:ext cx="27432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713225" y="1154432"/>
            <a:ext cx="3675900" cy="17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ubTitle" idx="1"/>
          </p:nvPr>
        </p:nvSpPr>
        <p:spPr>
          <a:xfrm>
            <a:off x="713225" y="3074668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>
            <a:spLocks noGrp="1"/>
          </p:cNvSpPr>
          <p:nvPr>
            <p:ph type="pic" idx="2"/>
          </p:nvPr>
        </p:nvSpPr>
        <p:spPr>
          <a:xfrm>
            <a:off x="4754825" y="539550"/>
            <a:ext cx="36759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713225" y="1428752"/>
            <a:ext cx="36759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1"/>
          </p:nvPr>
        </p:nvSpPr>
        <p:spPr>
          <a:xfrm>
            <a:off x="713225" y="2800348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4754825" y="1703075"/>
            <a:ext cx="36759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1"/>
          </p:nvPr>
        </p:nvSpPr>
        <p:spPr>
          <a:xfrm>
            <a:off x="4754875" y="2526025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1"/>
          </p:nvPr>
        </p:nvSpPr>
        <p:spPr>
          <a:xfrm>
            <a:off x="713225" y="1362450"/>
            <a:ext cx="3858600" cy="32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4754814" y="3120448"/>
            <a:ext cx="27432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2"/>
          </p:nvPr>
        </p:nvSpPr>
        <p:spPr>
          <a:xfrm>
            <a:off x="1645936" y="3120448"/>
            <a:ext cx="27432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3"/>
          </p:nvPr>
        </p:nvSpPr>
        <p:spPr>
          <a:xfrm>
            <a:off x="1645936" y="2571750"/>
            <a:ext cx="2743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4"/>
          </p:nvPr>
        </p:nvSpPr>
        <p:spPr>
          <a:xfrm>
            <a:off x="4754814" y="2571750"/>
            <a:ext cx="2743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4754831" y="2023050"/>
            <a:ext cx="3017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2"/>
          </p:nvPr>
        </p:nvSpPr>
        <p:spPr>
          <a:xfrm>
            <a:off x="1371725" y="2023050"/>
            <a:ext cx="3017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4754824" y="1362450"/>
            <a:ext cx="3675900" cy="32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2"/>
          </p:nvPr>
        </p:nvSpPr>
        <p:spPr>
          <a:xfrm>
            <a:off x="713225" y="1362450"/>
            <a:ext cx="3675900" cy="32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ubTitle" idx="1"/>
          </p:nvPr>
        </p:nvSpPr>
        <p:spPr>
          <a:xfrm>
            <a:off x="713225" y="3120450"/>
            <a:ext cx="23286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ubTitle" idx="2"/>
          </p:nvPr>
        </p:nvSpPr>
        <p:spPr>
          <a:xfrm>
            <a:off x="3407700" y="3120450"/>
            <a:ext cx="23286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3"/>
          </p:nvPr>
        </p:nvSpPr>
        <p:spPr>
          <a:xfrm>
            <a:off x="6102175" y="3120450"/>
            <a:ext cx="23286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ubTitle" idx="4"/>
          </p:nvPr>
        </p:nvSpPr>
        <p:spPr>
          <a:xfrm>
            <a:off x="713225" y="2571750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5"/>
          </p:nvPr>
        </p:nvSpPr>
        <p:spPr>
          <a:xfrm>
            <a:off x="3407700" y="2571750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6"/>
          </p:nvPr>
        </p:nvSpPr>
        <p:spPr>
          <a:xfrm>
            <a:off x="6102175" y="2571750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subTitle" idx="1"/>
          </p:nvPr>
        </p:nvSpPr>
        <p:spPr>
          <a:xfrm>
            <a:off x="1444619" y="1977379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subTitle" idx="2"/>
          </p:nvPr>
        </p:nvSpPr>
        <p:spPr>
          <a:xfrm>
            <a:off x="5486191" y="1977388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subTitle" idx="3"/>
          </p:nvPr>
        </p:nvSpPr>
        <p:spPr>
          <a:xfrm>
            <a:off x="1444636" y="3623314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subTitle" idx="4"/>
          </p:nvPr>
        </p:nvSpPr>
        <p:spPr>
          <a:xfrm>
            <a:off x="5486204" y="3623314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subTitle" idx="5"/>
          </p:nvPr>
        </p:nvSpPr>
        <p:spPr>
          <a:xfrm>
            <a:off x="1444624" y="1538538"/>
            <a:ext cx="294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subTitle" idx="6"/>
          </p:nvPr>
        </p:nvSpPr>
        <p:spPr>
          <a:xfrm>
            <a:off x="1444636" y="3184463"/>
            <a:ext cx="294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ubTitle" idx="7"/>
          </p:nvPr>
        </p:nvSpPr>
        <p:spPr>
          <a:xfrm>
            <a:off x="5486211" y="1538538"/>
            <a:ext cx="294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subTitle" idx="8"/>
          </p:nvPr>
        </p:nvSpPr>
        <p:spPr>
          <a:xfrm>
            <a:off x="5486198" y="3184463"/>
            <a:ext cx="294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1"/>
          </p:nvPr>
        </p:nvSpPr>
        <p:spPr>
          <a:xfrm>
            <a:off x="713225" y="19774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ubTitle" idx="2"/>
          </p:nvPr>
        </p:nvSpPr>
        <p:spPr>
          <a:xfrm>
            <a:off x="3407700" y="19774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3"/>
          </p:nvPr>
        </p:nvSpPr>
        <p:spPr>
          <a:xfrm>
            <a:off x="713225" y="3623337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ubTitle" idx="4"/>
          </p:nvPr>
        </p:nvSpPr>
        <p:spPr>
          <a:xfrm>
            <a:off x="3407700" y="3623337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subTitle" idx="5"/>
          </p:nvPr>
        </p:nvSpPr>
        <p:spPr>
          <a:xfrm>
            <a:off x="6102175" y="19774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subTitle" idx="6"/>
          </p:nvPr>
        </p:nvSpPr>
        <p:spPr>
          <a:xfrm>
            <a:off x="6102175" y="3623337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7"/>
          </p:nvPr>
        </p:nvSpPr>
        <p:spPr>
          <a:xfrm>
            <a:off x="713225" y="1538538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subTitle" idx="8"/>
          </p:nvPr>
        </p:nvSpPr>
        <p:spPr>
          <a:xfrm>
            <a:off x="3407700" y="1538551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subTitle" idx="9"/>
          </p:nvPr>
        </p:nvSpPr>
        <p:spPr>
          <a:xfrm>
            <a:off x="6102300" y="1538551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ubTitle" idx="13"/>
          </p:nvPr>
        </p:nvSpPr>
        <p:spPr>
          <a:xfrm>
            <a:off x="713225" y="3184487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14"/>
          </p:nvPr>
        </p:nvSpPr>
        <p:spPr>
          <a:xfrm>
            <a:off x="3407702" y="3184487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15"/>
          </p:nvPr>
        </p:nvSpPr>
        <p:spPr>
          <a:xfrm>
            <a:off x="6102175" y="3184487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title" hasCustomPrompt="1"/>
          </p:nvPr>
        </p:nvSpPr>
        <p:spPr>
          <a:xfrm>
            <a:off x="3407700" y="633600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26"/>
          <p:cNvSpPr txBox="1">
            <a:spLocks noGrp="1"/>
          </p:cNvSpPr>
          <p:nvPr>
            <p:ph type="subTitle" idx="1"/>
          </p:nvPr>
        </p:nvSpPr>
        <p:spPr>
          <a:xfrm>
            <a:off x="3407700" y="1362456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title" idx="2" hasCustomPrompt="1"/>
          </p:nvPr>
        </p:nvSpPr>
        <p:spPr>
          <a:xfrm>
            <a:off x="3407700" y="2070412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26"/>
          <p:cNvSpPr txBox="1">
            <a:spLocks noGrp="1"/>
          </p:cNvSpPr>
          <p:nvPr>
            <p:ph type="subTitle" idx="3"/>
          </p:nvPr>
        </p:nvSpPr>
        <p:spPr>
          <a:xfrm>
            <a:off x="3407700" y="2801489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title" idx="4" hasCustomPrompt="1"/>
          </p:nvPr>
        </p:nvSpPr>
        <p:spPr>
          <a:xfrm>
            <a:off x="3407700" y="3507199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26"/>
          <p:cNvSpPr txBox="1">
            <a:spLocks noGrp="1"/>
          </p:cNvSpPr>
          <p:nvPr>
            <p:ph type="subTitle" idx="5"/>
          </p:nvPr>
        </p:nvSpPr>
        <p:spPr>
          <a:xfrm>
            <a:off x="3407700" y="4238606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title" hasCustomPrompt="1"/>
          </p:nvPr>
        </p:nvSpPr>
        <p:spPr>
          <a:xfrm>
            <a:off x="1191725" y="1792847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0" name="Google Shape;180;p27"/>
          <p:cNvSpPr txBox="1">
            <a:spLocks noGrp="1"/>
          </p:cNvSpPr>
          <p:nvPr>
            <p:ph type="subTitle" idx="1"/>
          </p:nvPr>
        </p:nvSpPr>
        <p:spPr>
          <a:xfrm>
            <a:off x="713225" y="368735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subTitle" idx="2"/>
          </p:nvPr>
        </p:nvSpPr>
        <p:spPr>
          <a:xfrm>
            <a:off x="713225" y="2827250"/>
            <a:ext cx="2328600" cy="9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title" idx="3" hasCustomPrompt="1"/>
          </p:nvPr>
        </p:nvSpPr>
        <p:spPr>
          <a:xfrm>
            <a:off x="3886200" y="1792847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4"/>
          </p:nvPr>
        </p:nvSpPr>
        <p:spPr>
          <a:xfrm>
            <a:off x="3407700" y="368735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subTitle" idx="5"/>
          </p:nvPr>
        </p:nvSpPr>
        <p:spPr>
          <a:xfrm>
            <a:off x="3411150" y="2827250"/>
            <a:ext cx="2321700" cy="9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title" idx="6" hasCustomPrompt="1"/>
          </p:nvPr>
        </p:nvSpPr>
        <p:spPr>
          <a:xfrm>
            <a:off x="6582075" y="1792847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27"/>
          <p:cNvSpPr txBox="1">
            <a:spLocks noGrp="1"/>
          </p:cNvSpPr>
          <p:nvPr>
            <p:ph type="subTitle" idx="7"/>
          </p:nvPr>
        </p:nvSpPr>
        <p:spPr>
          <a:xfrm>
            <a:off x="6103575" y="368735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subTitle" idx="8"/>
          </p:nvPr>
        </p:nvSpPr>
        <p:spPr>
          <a:xfrm>
            <a:off x="6102075" y="2827250"/>
            <a:ext cx="2331600" cy="9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title" idx="9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title"/>
          </p:nvPr>
        </p:nvSpPr>
        <p:spPr>
          <a:xfrm>
            <a:off x="2286000" y="539492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8"/>
          <p:cNvSpPr txBox="1">
            <a:spLocks noGrp="1"/>
          </p:cNvSpPr>
          <p:nvPr>
            <p:ph type="subTitle" idx="1"/>
          </p:nvPr>
        </p:nvSpPr>
        <p:spPr>
          <a:xfrm>
            <a:off x="2286000" y="1545336"/>
            <a:ext cx="45720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8"/>
          <p:cNvSpPr txBox="1"/>
          <p:nvPr/>
        </p:nvSpPr>
        <p:spPr>
          <a:xfrm>
            <a:off x="2057400" y="3502152"/>
            <a:ext cx="5029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CREDITS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endParaRPr sz="12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5" name="Google Shape;195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2786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/>
          <p:nvPr/>
        </p:nvSpPr>
        <p:spPr>
          <a:xfrm flipH="1">
            <a:off x="-713022" y="3679316"/>
            <a:ext cx="2636207" cy="2003556"/>
          </a:xfrm>
          <a:custGeom>
            <a:avLst/>
            <a:gdLst/>
            <a:ahLst/>
            <a:cxnLst/>
            <a:rect l="l" t="t" r="r" b="b"/>
            <a:pathLst>
              <a:path w="19738" h="14864" extrusionOk="0">
                <a:moveTo>
                  <a:pt x="12653" y="0"/>
                </a:moveTo>
                <a:cubicBezTo>
                  <a:pt x="11162" y="0"/>
                  <a:pt x="10092" y="914"/>
                  <a:pt x="8804" y="2030"/>
                </a:cubicBezTo>
                <a:cubicBezTo>
                  <a:pt x="6831" y="3738"/>
                  <a:pt x="6021" y="5677"/>
                  <a:pt x="2994" y="7242"/>
                </a:cubicBezTo>
                <a:cubicBezTo>
                  <a:pt x="299" y="8630"/>
                  <a:pt x="0" y="11691"/>
                  <a:pt x="2912" y="13685"/>
                </a:cubicBezTo>
                <a:cubicBezTo>
                  <a:pt x="4040" y="14456"/>
                  <a:pt x="5241" y="14864"/>
                  <a:pt x="6597" y="14864"/>
                </a:cubicBezTo>
                <a:cubicBezTo>
                  <a:pt x="8735" y="14864"/>
                  <a:pt x="11256" y="13850"/>
                  <a:pt x="14478" y="11644"/>
                </a:cubicBezTo>
                <a:cubicBezTo>
                  <a:pt x="19737" y="8031"/>
                  <a:pt x="18792" y="2724"/>
                  <a:pt x="15519" y="901"/>
                </a:cubicBezTo>
                <a:cubicBezTo>
                  <a:pt x="14376" y="264"/>
                  <a:pt x="13454" y="0"/>
                  <a:pt x="12653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" name="Google Shape;201;p30"/>
          <p:cNvGrpSpPr/>
          <p:nvPr/>
        </p:nvGrpSpPr>
        <p:grpSpPr>
          <a:xfrm>
            <a:off x="213894" y="3028762"/>
            <a:ext cx="1215560" cy="3399222"/>
            <a:chOff x="2277494" y="872037"/>
            <a:chExt cx="1215560" cy="3399222"/>
          </a:xfrm>
        </p:grpSpPr>
        <p:sp>
          <p:nvSpPr>
            <p:cNvPr id="202" name="Google Shape;202;p30"/>
            <p:cNvSpPr/>
            <p:nvPr/>
          </p:nvSpPr>
          <p:spPr>
            <a:xfrm>
              <a:off x="2840221" y="1176503"/>
              <a:ext cx="66669" cy="3094756"/>
            </a:xfrm>
            <a:custGeom>
              <a:avLst/>
              <a:gdLst/>
              <a:ahLst/>
              <a:cxnLst/>
              <a:rect l="l" t="t" r="r" b="b"/>
              <a:pathLst>
                <a:path w="640" h="29528" extrusionOk="0">
                  <a:moveTo>
                    <a:pt x="0" y="0"/>
                  </a:moveTo>
                  <a:lnTo>
                    <a:pt x="0" y="29528"/>
                  </a:lnTo>
                  <a:lnTo>
                    <a:pt x="640" y="29528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2840950" y="1826099"/>
              <a:ext cx="65940" cy="216847"/>
            </a:xfrm>
            <a:custGeom>
              <a:avLst/>
              <a:gdLst/>
              <a:ahLst/>
              <a:cxnLst/>
              <a:rect l="l" t="t" r="r" b="b"/>
              <a:pathLst>
                <a:path w="633" h="2069" extrusionOk="0">
                  <a:moveTo>
                    <a:pt x="0" y="0"/>
                  </a:moveTo>
                  <a:lnTo>
                    <a:pt x="0" y="2069"/>
                  </a:lnTo>
                  <a:lnTo>
                    <a:pt x="633" y="2069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2688549" y="4217702"/>
              <a:ext cx="370741" cy="53557"/>
            </a:xfrm>
            <a:custGeom>
              <a:avLst/>
              <a:gdLst/>
              <a:ahLst/>
              <a:cxnLst/>
              <a:rect l="l" t="t" r="r" b="b"/>
              <a:pathLst>
                <a:path w="3559" h="511" extrusionOk="0">
                  <a:moveTo>
                    <a:pt x="0" y="0"/>
                  </a:moveTo>
                  <a:lnTo>
                    <a:pt x="0" y="511"/>
                  </a:lnTo>
                  <a:lnTo>
                    <a:pt x="3559" y="511"/>
                  </a:lnTo>
                  <a:lnTo>
                    <a:pt x="35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2277494" y="872037"/>
              <a:ext cx="1215560" cy="1058975"/>
            </a:xfrm>
            <a:custGeom>
              <a:avLst/>
              <a:gdLst/>
              <a:ahLst/>
              <a:cxnLst/>
              <a:rect l="l" t="t" r="r" b="b"/>
              <a:pathLst>
                <a:path w="11669" h="10104" extrusionOk="0">
                  <a:moveTo>
                    <a:pt x="2919" y="0"/>
                  </a:moveTo>
                  <a:lnTo>
                    <a:pt x="0" y="5055"/>
                  </a:lnTo>
                  <a:lnTo>
                    <a:pt x="2919" y="10103"/>
                  </a:lnTo>
                  <a:lnTo>
                    <a:pt x="8750" y="10103"/>
                  </a:lnTo>
                  <a:lnTo>
                    <a:pt x="11668" y="5055"/>
                  </a:lnTo>
                  <a:lnTo>
                    <a:pt x="87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2310725" y="900544"/>
              <a:ext cx="1148266" cy="1001226"/>
            </a:xfrm>
            <a:custGeom>
              <a:avLst/>
              <a:gdLst/>
              <a:ahLst/>
              <a:cxnLst/>
              <a:rect l="l" t="t" r="r" b="b"/>
              <a:pathLst>
                <a:path w="11023" h="9553" extrusionOk="0">
                  <a:moveTo>
                    <a:pt x="8138" y="232"/>
                  </a:moveTo>
                  <a:lnTo>
                    <a:pt x="10764" y="4776"/>
                  </a:lnTo>
                  <a:lnTo>
                    <a:pt x="8138" y="9328"/>
                  </a:lnTo>
                  <a:lnTo>
                    <a:pt x="2892" y="9328"/>
                  </a:lnTo>
                  <a:lnTo>
                    <a:pt x="266" y="4776"/>
                  </a:lnTo>
                  <a:lnTo>
                    <a:pt x="2892" y="232"/>
                  </a:lnTo>
                  <a:close/>
                  <a:moveTo>
                    <a:pt x="2756" y="0"/>
                  </a:moveTo>
                  <a:lnTo>
                    <a:pt x="35" y="4722"/>
                  </a:lnTo>
                  <a:lnTo>
                    <a:pt x="1" y="4776"/>
                  </a:lnTo>
                  <a:lnTo>
                    <a:pt x="2756" y="9553"/>
                  </a:lnTo>
                  <a:lnTo>
                    <a:pt x="8274" y="9553"/>
                  </a:lnTo>
                  <a:lnTo>
                    <a:pt x="10996" y="4831"/>
                  </a:lnTo>
                  <a:lnTo>
                    <a:pt x="11023" y="4776"/>
                  </a:lnTo>
                  <a:lnTo>
                    <a:pt x="82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2821783" y="1046017"/>
              <a:ext cx="126983" cy="555585"/>
            </a:xfrm>
            <a:custGeom>
              <a:avLst/>
              <a:gdLst/>
              <a:ahLst/>
              <a:cxnLst/>
              <a:rect l="l" t="t" r="r" b="b"/>
              <a:pathLst>
                <a:path w="1219" h="5301" extrusionOk="0">
                  <a:moveTo>
                    <a:pt x="592" y="0"/>
                  </a:moveTo>
                  <a:cubicBezTo>
                    <a:pt x="170" y="0"/>
                    <a:pt x="0" y="245"/>
                    <a:pt x="0" y="463"/>
                  </a:cubicBezTo>
                  <a:lnTo>
                    <a:pt x="198" y="4906"/>
                  </a:lnTo>
                  <a:cubicBezTo>
                    <a:pt x="198" y="5123"/>
                    <a:pt x="375" y="5300"/>
                    <a:pt x="592" y="5300"/>
                  </a:cubicBezTo>
                  <a:cubicBezTo>
                    <a:pt x="596" y="5300"/>
                    <a:pt x="600" y="5300"/>
                    <a:pt x="604" y="5300"/>
                  </a:cubicBezTo>
                  <a:cubicBezTo>
                    <a:pt x="817" y="5300"/>
                    <a:pt x="994" y="5119"/>
                    <a:pt x="994" y="4906"/>
                  </a:cubicBezTo>
                  <a:lnTo>
                    <a:pt x="1218" y="463"/>
                  </a:lnTo>
                  <a:cubicBezTo>
                    <a:pt x="1218" y="245"/>
                    <a:pt x="1021" y="0"/>
                    <a:pt x="5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2836679" y="1643525"/>
              <a:ext cx="93649" cy="94222"/>
            </a:xfrm>
            <a:custGeom>
              <a:avLst/>
              <a:gdLst/>
              <a:ahLst/>
              <a:cxnLst/>
              <a:rect l="l" t="t" r="r" b="b"/>
              <a:pathLst>
                <a:path w="899" h="899" extrusionOk="0">
                  <a:moveTo>
                    <a:pt x="449" y="1"/>
                  </a:moveTo>
                  <a:cubicBezTo>
                    <a:pt x="204" y="1"/>
                    <a:pt x="0" y="205"/>
                    <a:pt x="0" y="450"/>
                  </a:cubicBezTo>
                  <a:cubicBezTo>
                    <a:pt x="0" y="695"/>
                    <a:pt x="204" y="892"/>
                    <a:pt x="449" y="899"/>
                  </a:cubicBezTo>
                  <a:cubicBezTo>
                    <a:pt x="694" y="899"/>
                    <a:pt x="898" y="695"/>
                    <a:pt x="898" y="450"/>
                  </a:cubicBezTo>
                  <a:cubicBezTo>
                    <a:pt x="898" y="205"/>
                    <a:pt x="694" y="1"/>
                    <a:pt x="4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ctrTitle"/>
          </p:nvPr>
        </p:nvSpPr>
        <p:spPr>
          <a:xfrm>
            <a:off x="713225" y="697232"/>
            <a:ext cx="5023200" cy="29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2"/>
          <p:cNvSpPr txBox="1">
            <a:spLocks noGrp="1"/>
          </p:cNvSpPr>
          <p:nvPr>
            <p:ph type="subTitle" idx="1"/>
          </p:nvPr>
        </p:nvSpPr>
        <p:spPr>
          <a:xfrm>
            <a:off x="713225" y="3989068"/>
            <a:ext cx="5023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8" name="Google Shape;218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713225" y="2308597"/>
            <a:ext cx="50202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title" idx="2" hasCustomPrompt="1"/>
          </p:nvPr>
        </p:nvSpPr>
        <p:spPr>
          <a:xfrm>
            <a:off x="2649150" y="946224"/>
            <a:ext cx="1148400" cy="114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33"/>
          <p:cNvSpPr txBox="1">
            <a:spLocks noGrp="1"/>
          </p:cNvSpPr>
          <p:nvPr>
            <p:ph type="subTitle" idx="1"/>
          </p:nvPr>
        </p:nvSpPr>
        <p:spPr>
          <a:xfrm>
            <a:off x="1851725" y="3586904"/>
            <a:ext cx="27432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4"/>
          <p:cNvSpPr txBox="1">
            <a:spLocks noGrp="1"/>
          </p:cNvSpPr>
          <p:nvPr>
            <p:ph type="body" idx="1"/>
          </p:nvPr>
        </p:nvSpPr>
        <p:spPr>
          <a:xfrm>
            <a:off x="713225" y="1362450"/>
            <a:ext cx="7717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5"/>
          <p:cNvSpPr txBox="1">
            <a:spLocks noGrp="1"/>
          </p:cNvSpPr>
          <p:nvPr>
            <p:ph type="subTitle" idx="1"/>
          </p:nvPr>
        </p:nvSpPr>
        <p:spPr>
          <a:xfrm>
            <a:off x="4754829" y="3621023"/>
            <a:ext cx="2469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4" name="Google Shape;234;p35"/>
          <p:cNvSpPr txBox="1">
            <a:spLocks noGrp="1"/>
          </p:cNvSpPr>
          <p:nvPr>
            <p:ph type="subTitle" idx="2"/>
          </p:nvPr>
        </p:nvSpPr>
        <p:spPr>
          <a:xfrm>
            <a:off x="1920125" y="3621023"/>
            <a:ext cx="2469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5" name="Google Shape;235;p35"/>
          <p:cNvSpPr txBox="1">
            <a:spLocks noGrp="1"/>
          </p:cNvSpPr>
          <p:nvPr>
            <p:ph type="subTitle" idx="3"/>
          </p:nvPr>
        </p:nvSpPr>
        <p:spPr>
          <a:xfrm>
            <a:off x="4754827" y="3187226"/>
            <a:ext cx="2469000" cy="5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subTitle" idx="4"/>
          </p:nvPr>
        </p:nvSpPr>
        <p:spPr>
          <a:xfrm>
            <a:off x="1920125" y="3184475"/>
            <a:ext cx="2469000" cy="5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7" name="Google Shape;237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759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7"/>
          <p:cNvSpPr txBox="1">
            <a:spLocks noGrp="1"/>
          </p:cNvSpPr>
          <p:nvPr>
            <p:ph type="subTitle" idx="1"/>
          </p:nvPr>
        </p:nvSpPr>
        <p:spPr>
          <a:xfrm>
            <a:off x="713225" y="1911101"/>
            <a:ext cx="3675900" cy="2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46" name="Google Shape;246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8"/>
          <p:cNvSpPr txBox="1">
            <a:spLocks noGrp="1"/>
          </p:cNvSpPr>
          <p:nvPr>
            <p:ph type="title"/>
          </p:nvPr>
        </p:nvSpPr>
        <p:spPr>
          <a:xfrm>
            <a:off x="713225" y="704106"/>
            <a:ext cx="77175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0" name="Google Shape;250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9"/>
          <p:cNvSpPr txBox="1">
            <a:spLocks noGrp="1"/>
          </p:cNvSpPr>
          <p:nvPr>
            <p:ph type="title"/>
          </p:nvPr>
        </p:nvSpPr>
        <p:spPr>
          <a:xfrm>
            <a:off x="3858775" y="1338544"/>
            <a:ext cx="45720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9"/>
          <p:cNvSpPr txBox="1">
            <a:spLocks noGrp="1"/>
          </p:cNvSpPr>
          <p:nvPr>
            <p:ph type="subTitle" idx="1"/>
          </p:nvPr>
        </p:nvSpPr>
        <p:spPr>
          <a:xfrm>
            <a:off x="3858775" y="3073556"/>
            <a:ext cx="45720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713225" y="4055300"/>
            <a:ext cx="7717500" cy="54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1"/>
          <p:cNvSpPr txBox="1">
            <a:spLocks noGrp="1"/>
          </p:cNvSpPr>
          <p:nvPr>
            <p:ph type="title" hasCustomPrompt="1"/>
          </p:nvPr>
        </p:nvSpPr>
        <p:spPr>
          <a:xfrm>
            <a:off x="1143000" y="1338513"/>
            <a:ext cx="68580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3" name="Google Shape;263;p41"/>
          <p:cNvSpPr txBox="1">
            <a:spLocks noGrp="1"/>
          </p:cNvSpPr>
          <p:nvPr>
            <p:ph type="subTitle" idx="1"/>
          </p:nvPr>
        </p:nvSpPr>
        <p:spPr>
          <a:xfrm>
            <a:off x="1143000" y="3347787"/>
            <a:ext cx="6858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4" name="Google Shape;264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3"/>
          <p:cNvSpPr txBox="1">
            <a:spLocks noGrp="1"/>
          </p:cNvSpPr>
          <p:nvPr>
            <p:ph type="subTitle" idx="1"/>
          </p:nvPr>
        </p:nvSpPr>
        <p:spPr>
          <a:xfrm>
            <a:off x="1892875" y="2158975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3"/>
          <p:cNvSpPr txBox="1">
            <a:spLocks noGrp="1"/>
          </p:cNvSpPr>
          <p:nvPr>
            <p:ph type="title" idx="2" hasCustomPrompt="1"/>
          </p:nvPr>
        </p:nvSpPr>
        <p:spPr>
          <a:xfrm>
            <a:off x="886200" y="1880274"/>
            <a:ext cx="742200" cy="74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2" name="Google Shape;272;p43"/>
          <p:cNvSpPr txBox="1">
            <a:spLocks noGrp="1"/>
          </p:cNvSpPr>
          <p:nvPr>
            <p:ph type="subTitle" idx="3"/>
          </p:nvPr>
        </p:nvSpPr>
        <p:spPr>
          <a:xfrm>
            <a:off x="1892875" y="1821150"/>
            <a:ext cx="2496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3" name="Google Shape;273;p43"/>
          <p:cNvSpPr txBox="1">
            <a:spLocks noGrp="1"/>
          </p:cNvSpPr>
          <p:nvPr>
            <p:ph type="subTitle" idx="4"/>
          </p:nvPr>
        </p:nvSpPr>
        <p:spPr>
          <a:xfrm>
            <a:off x="5933676" y="2158975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3"/>
          <p:cNvSpPr txBox="1">
            <a:spLocks noGrp="1"/>
          </p:cNvSpPr>
          <p:nvPr>
            <p:ph type="title" idx="5" hasCustomPrompt="1"/>
          </p:nvPr>
        </p:nvSpPr>
        <p:spPr>
          <a:xfrm>
            <a:off x="4926975" y="1880248"/>
            <a:ext cx="742200" cy="7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5" name="Google Shape;275;p43"/>
          <p:cNvSpPr txBox="1">
            <a:spLocks noGrp="1"/>
          </p:cNvSpPr>
          <p:nvPr>
            <p:ph type="subTitle" idx="6"/>
          </p:nvPr>
        </p:nvSpPr>
        <p:spPr>
          <a:xfrm>
            <a:off x="5933676" y="1821150"/>
            <a:ext cx="2496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6" name="Google Shape;276;p43"/>
          <p:cNvSpPr txBox="1">
            <a:spLocks noGrp="1"/>
          </p:cNvSpPr>
          <p:nvPr>
            <p:ph type="subTitle" idx="7"/>
          </p:nvPr>
        </p:nvSpPr>
        <p:spPr>
          <a:xfrm>
            <a:off x="5933676" y="3624425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3"/>
          <p:cNvSpPr txBox="1">
            <a:spLocks noGrp="1"/>
          </p:cNvSpPr>
          <p:nvPr>
            <p:ph type="title" idx="8" hasCustomPrompt="1"/>
          </p:nvPr>
        </p:nvSpPr>
        <p:spPr>
          <a:xfrm>
            <a:off x="4926975" y="3345698"/>
            <a:ext cx="742200" cy="7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8" name="Google Shape;278;p43"/>
          <p:cNvSpPr txBox="1">
            <a:spLocks noGrp="1"/>
          </p:cNvSpPr>
          <p:nvPr>
            <p:ph type="subTitle" idx="9"/>
          </p:nvPr>
        </p:nvSpPr>
        <p:spPr>
          <a:xfrm>
            <a:off x="5933676" y="3286600"/>
            <a:ext cx="2496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9" name="Google Shape;279;p43"/>
          <p:cNvSpPr txBox="1">
            <a:spLocks noGrp="1"/>
          </p:cNvSpPr>
          <p:nvPr>
            <p:ph type="subTitle" idx="13"/>
          </p:nvPr>
        </p:nvSpPr>
        <p:spPr>
          <a:xfrm>
            <a:off x="1892900" y="3622021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43"/>
          <p:cNvSpPr txBox="1">
            <a:spLocks noGrp="1"/>
          </p:cNvSpPr>
          <p:nvPr>
            <p:ph type="title" idx="14" hasCustomPrompt="1"/>
          </p:nvPr>
        </p:nvSpPr>
        <p:spPr>
          <a:xfrm>
            <a:off x="886200" y="3343286"/>
            <a:ext cx="742200" cy="7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1" name="Google Shape;281;p43"/>
          <p:cNvSpPr txBox="1">
            <a:spLocks noGrp="1"/>
          </p:cNvSpPr>
          <p:nvPr>
            <p:ph type="subTitle" idx="15"/>
          </p:nvPr>
        </p:nvSpPr>
        <p:spPr>
          <a:xfrm>
            <a:off x="1892900" y="3284196"/>
            <a:ext cx="2496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2" name="Google Shape;282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44"/>
          <p:cNvSpPr txBox="1">
            <a:spLocks noGrp="1"/>
          </p:cNvSpPr>
          <p:nvPr>
            <p:ph type="title"/>
          </p:nvPr>
        </p:nvSpPr>
        <p:spPr>
          <a:xfrm>
            <a:off x="3408303" y="3393537"/>
            <a:ext cx="5022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6" name="Google Shape;286;p44"/>
          <p:cNvSpPr txBox="1">
            <a:spLocks noGrp="1"/>
          </p:cNvSpPr>
          <p:nvPr>
            <p:ph type="subTitle" idx="1"/>
          </p:nvPr>
        </p:nvSpPr>
        <p:spPr>
          <a:xfrm>
            <a:off x="3408303" y="1201263"/>
            <a:ext cx="502260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7" name="Google Shape;287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45"/>
          <p:cNvSpPr txBox="1">
            <a:spLocks noGrp="1"/>
          </p:cNvSpPr>
          <p:nvPr>
            <p:ph type="title"/>
          </p:nvPr>
        </p:nvSpPr>
        <p:spPr>
          <a:xfrm>
            <a:off x="3409050" y="2308597"/>
            <a:ext cx="50202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1" name="Google Shape;291;p45"/>
          <p:cNvSpPr txBox="1">
            <a:spLocks noGrp="1"/>
          </p:cNvSpPr>
          <p:nvPr>
            <p:ph type="title" idx="2" hasCustomPrompt="1"/>
          </p:nvPr>
        </p:nvSpPr>
        <p:spPr>
          <a:xfrm>
            <a:off x="5343150" y="944150"/>
            <a:ext cx="1152000" cy="11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2" name="Google Shape;292;p45"/>
          <p:cNvSpPr txBox="1">
            <a:spLocks noGrp="1"/>
          </p:cNvSpPr>
          <p:nvPr>
            <p:ph type="subTitle" idx="1"/>
          </p:nvPr>
        </p:nvSpPr>
        <p:spPr>
          <a:xfrm>
            <a:off x="4547550" y="3586904"/>
            <a:ext cx="27432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6"/>
          <p:cNvSpPr txBox="1">
            <a:spLocks noGrp="1"/>
          </p:cNvSpPr>
          <p:nvPr>
            <p:ph type="title"/>
          </p:nvPr>
        </p:nvSpPr>
        <p:spPr>
          <a:xfrm>
            <a:off x="713225" y="1154432"/>
            <a:ext cx="3675900" cy="17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46"/>
          <p:cNvSpPr txBox="1">
            <a:spLocks noGrp="1"/>
          </p:cNvSpPr>
          <p:nvPr>
            <p:ph type="subTitle" idx="1"/>
          </p:nvPr>
        </p:nvSpPr>
        <p:spPr>
          <a:xfrm>
            <a:off x="713225" y="3074668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46"/>
          <p:cNvSpPr>
            <a:spLocks noGrp="1"/>
          </p:cNvSpPr>
          <p:nvPr>
            <p:ph type="pic" idx="2"/>
          </p:nvPr>
        </p:nvSpPr>
        <p:spPr>
          <a:xfrm>
            <a:off x="4754825" y="539550"/>
            <a:ext cx="36759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9" name="Google Shape;299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7"/>
          <p:cNvSpPr txBox="1">
            <a:spLocks noGrp="1"/>
          </p:cNvSpPr>
          <p:nvPr>
            <p:ph type="title"/>
          </p:nvPr>
        </p:nvSpPr>
        <p:spPr>
          <a:xfrm>
            <a:off x="713225" y="1428752"/>
            <a:ext cx="36759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47"/>
          <p:cNvSpPr txBox="1">
            <a:spLocks noGrp="1"/>
          </p:cNvSpPr>
          <p:nvPr>
            <p:ph type="subTitle" idx="1"/>
          </p:nvPr>
        </p:nvSpPr>
        <p:spPr>
          <a:xfrm>
            <a:off x="713225" y="2800348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8"/>
          <p:cNvSpPr txBox="1">
            <a:spLocks noGrp="1"/>
          </p:cNvSpPr>
          <p:nvPr>
            <p:ph type="title"/>
          </p:nvPr>
        </p:nvSpPr>
        <p:spPr>
          <a:xfrm>
            <a:off x="4754825" y="1703075"/>
            <a:ext cx="36759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48"/>
          <p:cNvSpPr txBox="1">
            <a:spLocks noGrp="1"/>
          </p:cNvSpPr>
          <p:nvPr>
            <p:ph type="subTitle" idx="1"/>
          </p:nvPr>
        </p:nvSpPr>
        <p:spPr>
          <a:xfrm>
            <a:off x="4754875" y="2526025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49"/>
          <p:cNvSpPr txBox="1">
            <a:spLocks noGrp="1"/>
          </p:cNvSpPr>
          <p:nvPr>
            <p:ph type="subTitle" idx="1"/>
          </p:nvPr>
        </p:nvSpPr>
        <p:spPr>
          <a:xfrm>
            <a:off x="713225" y="1362450"/>
            <a:ext cx="3858600" cy="32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4" name="Google Shape;314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50"/>
          <p:cNvSpPr txBox="1">
            <a:spLocks noGrp="1"/>
          </p:cNvSpPr>
          <p:nvPr>
            <p:ph type="subTitle" idx="1"/>
          </p:nvPr>
        </p:nvSpPr>
        <p:spPr>
          <a:xfrm>
            <a:off x="4754814" y="3120448"/>
            <a:ext cx="27432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50"/>
          <p:cNvSpPr txBox="1">
            <a:spLocks noGrp="1"/>
          </p:cNvSpPr>
          <p:nvPr>
            <p:ph type="subTitle" idx="2"/>
          </p:nvPr>
        </p:nvSpPr>
        <p:spPr>
          <a:xfrm>
            <a:off x="1645936" y="3120448"/>
            <a:ext cx="27432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50"/>
          <p:cNvSpPr txBox="1">
            <a:spLocks noGrp="1"/>
          </p:cNvSpPr>
          <p:nvPr>
            <p:ph type="subTitle" idx="3"/>
          </p:nvPr>
        </p:nvSpPr>
        <p:spPr>
          <a:xfrm>
            <a:off x="1645936" y="2571750"/>
            <a:ext cx="2743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1" name="Google Shape;321;p50"/>
          <p:cNvSpPr txBox="1">
            <a:spLocks noGrp="1"/>
          </p:cNvSpPr>
          <p:nvPr>
            <p:ph type="subTitle" idx="4"/>
          </p:nvPr>
        </p:nvSpPr>
        <p:spPr>
          <a:xfrm>
            <a:off x="4754814" y="2571750"/>
            <a:ext cx="2743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2" name="Google Shape;322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1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5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51"/>
          <p:cNvSpPr txBox="1">
            <a:spLocks noGrp="1"/>
          </p:cNvSpPr>
          <p:nvPr>
            <p:ph type="subTitle" idx="1"/>
          </p:nvPr>
        </p:nvSpPr>
        <p:spPr>
          <a:xfrm>
            <a:off x="4754831" y="2023050"/>
            <a:ext cx="3017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51"/>
          <p:cNvSpPr txBox="1">
            <a:spLocks noGrp="1"/>
          </p:cNvSpPr>
          <p:nvPr>
            <p:ph type="subTitle" idx="2"/>
          </p:nvPr>
        </p:nvSpPr>
        <p:spPr>
          <a:xfrm>
            <a:off x="1371725" y="2023050"/>
            <a:ext cx="3017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_1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5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52"/>
          <p:cNvSpPr txBox="1">
            <a:spLocks noGrp="1"/>
          </p:cNvSpPr>
          <p:nvPr>
            <p:ph type="subTitle" idx="1"/>
          </p:nvPr>
        </p:nvSpPr>
        <p:spPr>
          <a:xfrm>
            <a:off x="4754824" y="1362450"/>
            <a:ext cx="3675900" cy="32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3" name="Google Shape;333;p52"/>
          <p:cNvSpPr txBox="1">
            <a:spLocks noGrp="1"/>
          </p:cNvSpPr>
          <p:nvPr>
            <p:ph type="subTitle" idx="2"/>
          </p:nvPr>
        </p:nvSpPr>
        <p:spPr>
          <a:xfrm>
            <a:off x="713225" y="1362450"/>
            <a:ext cx="3675900" cy="32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4" name="Google Shape;334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3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5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53"/>
          <p:cNvSpPr txBox="1">
            <a:spLocks noGrp="1"/>
          </p:cNvSpPr>
          <p:nvPr>
            <p:ph type="subTitle" idx="1"/>
          </p:nvPr>
        </p:nvSpPr>
        <p:spPr>
          <a:xfrm>
            <a:off x="713225" y="3120450"/>
            <a:ext cx="23286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53"/>
          <p:cNvSpPr txBox="1">
            <a:spLocks noGrp="1"/>
          </p:cNvSpPr>
          <p:nvPr>
            <p:ph type="subTitle" idx="2"/>
          </p:nvPr>
        </p:nvSpPr>
        <p:spPr>
          <a:xfrm>
            <a:off x="3407700" y="3120450"/>
            <a:ext cx="23286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53"/>
          <p:cNvSpPr txBox="1">
            <a:spLocks noGrp="1"/>
          </p:cNvSpPr>
          <p:nvPr>
            <p:ph type="subTitle" idx="3"/>
          </p:nvPr>
        </p:nvSpPr>
        <p:spPr>
          <a:xfrm>
            <a:off x="6102175" y="3120450"/>
            <a:ext cx="23286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53"/>
          <p:cNvSpPr txBox="1">
            <a:spLocks noGrp="1"/>
          </p:cNvSpPr>
          <p:nvPr>
            <p:ph type="subTitle" idx="4"/>
          </p:nvPr>
        </p:nvSpPr>
        <p:spPr>
          <a:xfrm>
            <a:off x="713225" y="2571750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2" name="Google Shape;342;p53"/>
          <p:cNvSpPr txBox="1">
            <a:spLocks noGrp="1"/>
          </p:cNvSpPr>
          <p:nvPr>
            <p:ph type="subTitle" idx="5"/>
          </p:nvPr>
        </p:nvSpPr>
        <p:spPr>
          <a:xfrm>
            <a:off x="3407700" y="2571750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3" name="Google Shape;343;p53"/>
          <p:cNvSpPr txBox="1">
            <a:spLocks noGrp="1"/>
          </p:cNvSpPr>
          <p:nvPr>
            <p:ph type="subTitle" idx="6"/>
          </p:nvPr>
        </p:nvSpPr>
        <p:spPr>
          <a:xfrm>
            <a:off x="6102175" y="2571750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4" name="Google Shape;344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5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54"/>
          <p:cNvSpPr txBox="1">
            <a:spLocks noGrp="1"/>
          </p:cNvSpPr>
          <p:nvPr>
            <p:ph type="subTitle" idx="1"/>
          </p:nvPr>
        </p:nvSpPr>
        <p:spPr>
          <a:xfrm>
            <a:off x="1444619" y="1977379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4"/>
          <p:cNvSpPr txBox="1">
            <a:spLocks noGrp="1"/>
          </p:cNvSpPr>
          <p:nvPr>
            <p:ph type="subTitle" idx="2"/>
          </p:nvPr>
        </p:nvSpPr>
        <p:spPr>
          <a:xfrm>
            <a:off x="5486191" y="1977388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54"/>
          <p:cNvSpPr txBox="1">
            <a:spLocks noGrp="1"/>
          </p:cNvSpPr>
          <p:nvPr>
            <p:ph type="subTitle" idx="3"/>
          </p:nvPr>
        </p:nvSpPr>
        <p:spPr>
          <a:xfrm>
            <a:off x="1444636" y="3623314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4"/>
          <p:cNvSpPr txBox="1">
            <a:spLocks noGrp="1"/>
          </p:cNvSpPr>
          <p:nvPr>
            <p:ph type="subTitle" idx="4"/>
          </p:nvPr>
        </p:nvSpPr>
        <p:spPr>
          <a:xfrm>
            <a:off x="5486204" y="3623314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54"/>
          <p:cNvSpPr txBox="1">
            <a:spLocks noGrp="1"/>
          </p:cNvSpPr>
          <p:nvPr>
            <p:ph type="subTitle" idx="5"/>
          </p:nvPr>
        </p:nvSpPr>
        <p:spPr>
          <a:xfrm>
            <a:off x="1444624" y="1538538"/>
            <a:ext cx="294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3" name="Google Shape;353;p54"/>
          <p:cNvSpPr txBox="1">
            <a:spLocks noGrp="1"/>
          </p:cNvSpPr>
          <p:nvPr>
            <p:ph type="subTitle" idx="6"/>
          </p:nvPr>
        </p:nvSpPr>
        <p:spPr>
          <a:xfrm>
            <a:off x="1444636" y="3184463"/>
            <a:ext cx="294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4" name="Google Shape;354;p54"/>
          <p:cNvSpPr txBox="1">
            <a:spLocks noGrp="1"/>
          </p:cNvSpPr>
          <p:nvPr>
            <p:ph type="subTitle" idx="7"/>
          </p:nvPr>
        </p:nvSpPr>
        <p:spPr>
          <a:xfrm>
            <a:off x="5486211" y="1538538"/>
            <a:ext cx="294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5" name="Google Shape;355;p54"/>
          <p:cNvSpPr txBox="1">
            <a:spLocks noGrp="1"/>
          </p:cNvSpPr>
          <p:nvPr>
            <p:ph type="subTitle" idx="8"/>
          </p:nvPr>
        </p:nvSpPr>
        <p:spPr>
          <a:xfrm>
            <a:off x="5486198" y="3184463"/>
            <a:ext cx="294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6" name="Google Shape;356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5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55"/>
          <p:cNvSpPr txBox="1">
            <a:spLocks noGrp="1"/>
          </p:cNvSpPr>
          <p:nvPr>
            <p:ph type="subTitle" idx="1"/>
          </p:nvPr>
        </p:nvSpPr>
        <p:spPr>
          <a:xfrm>
            <a:off x="713225" y="19774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55"/>
          <p:cNvSpPr txBox="1">
            <a:spLocks noGrp="1"/>
          </p:cNvSpPr>
          <p:nvPr>
            <p:ph type="subTitle" idx="2"/>
          </p:nvPr>
        </p:nvSpPr>
        <p:spPr>
          <a:xfrm>
            <a:off x="3407700" y="19774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55"/>
          <p:cNvSpPr txBox="1">
            <a:spLocks noGrp="1"/>
          </p:cNvSpPr>
          <p:nvPr>
            <p:ph type="subTitle" idx="3"/>
          </p:nvPr>
        </p:nvSpPr>
        <p:spPr>
          <a:xfrm>
            <a:off x="713225" y="3623337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55"/>
          <p:cNvSpPr txBox="1">
            <a:spLocks noGrp="1"/>
          </p:cNvSpPr>
          <p:nvPr>
            <p:ph type="subTitle" idx="4"/>
          </p:nvPr>
        </p:nvSpPr>
        <p:spPr>
          <a:xfrm>
            <a:off x="3407700" y="3623337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55"/>
          <p:cNvSpPr txBox="1">
            <a:spLocks noGrp="1"/>
          </p:cNvSpPr>
          <p:nvPr>
            <p:ph type="subTitle" idx="5"/>
          </p:nvPr>
        </p:nvSpPr>
        <p:spPr>
          <a:xfrm>
            <a:off x="6102175" y="19774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55"/>
          <p:cNvSpPr txBox="1">
            <a:spLocks noGrp="1"/>
          </p:cNvSpPr>
          <p:nvPr>
            <p:ph type="subTitle" idx="6"/>
          </p:nvPr>
        </p:nvSpPr>
        <p:spPr>
          <a:xfrm>
            <a:off x="6102175" y="3623337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55"/>
          <p:cNvSpPr txBox="1">
            <a:spLocks noGrp="1"/>
          </p:cNvSpPr>
          <p:nvPr>
            <p:ph type="subTitle" idx="7"/>
          </p:nvPr>
        </p:nvSpPr>
        <p:spPr>
          <a:xfrm>
            <a:off x="713225" y="1538538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7" name="Google Shape;367;p55"/>
          <p:cNvSpPr txBox="1">
            <a:spLocks noGrp="1"/>
          </p:cNvSpPr>
          <p:nvPr>
            <p:ph type="subTitle" idx="8"/>
          </p:nvPr>
        </p:nvSpPr>
        <p:spPr>
          <a:xfrm>
            <a:off x="3407700" y="1538551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8" name="Google Shape;368;p55"/>
          <p:cNvSpPr txBox="1">
            <a:spLocks noGrp="1"/>
          </p:cNvSpPr>
          <p:nvPr>
            <p:ph type="subTitle" idx="9"/>
          </p:nvPr>
        </p:nvSpPr>
        <p:spPr>
          <a:xfrm>
            <a:off x="6102300" y="1538551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9" name="Google Shape;369;p55"/>
          <p:cNvSpPr txBox="1">
            <a:spLocks noGrp="1"/>
          </p:cNvSpPr>
          <p:nvPr>
            <p:ph type="subTitle" idx="13"/>
          </p:nvPr>
        </p:nvSpPr>
        <p:spPr>
          <a:xfrm>
            <a:off x="713225" y="3184487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0" name="Google Shape;370;p55"/>
          <p:cNvSpPr txBox="1">
            <a:spLocks noGrp="1"/>
          </p:cNvSpPr>
          <p:nvPr>
            <p:ph type="subTitle" idx="14"/>
          </p:nvPr>
        </p:nvSpPr>
        <p:spPr>
          <a:xfrm>
            <a:off x="3407702" y="3184487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1" name="Google Shape;371;p55"/>
          <p:cNvSpPr txBox="1">
            <a:spLocks noGrp="1"/>
          </p:cNvSpPr>
          <p:nvPr>
            <p:ph type="subTitle" idx="15"/>
          </p:nvPr>
        </p:nvSpPr>
        <p:spPr>
          <a:xfrm>
            <a:off x="6102175" y="3184487"/>
            <a:ext cx="23286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2" name="Google Shape;372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56"/>
          <p:cNvSpPr txBox="1">
            <a:spLocks noGrp="1"/>
          </p:cNvSpPr>
          <p:nvPr>
            <p:ph type="title" hasCustomPrompt="1"/>
          </p:nvPr>
        </p:nvSpPr>
        <p:spPr>
          <a:xfrm>
            <a:off x="3407700" y="633600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6" name="Google Shape;376;p56"/>
          <p:cNvSpPr txBox="1">
            <a:spLocks noGrp="1"/>
          </p:cNvSpPr>
          <p:nvPr>
            <p:ph type="subTitle" idx="1"/>
          </p:nvPr>
        </p:nvSpPr>
        <p:spPr>
          <a:xfrm>
            <a:off x="3407700" y="1362456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77" name="Google Shape;377;p56"/>
          <p:cNvSpPr txBox="1">
            <a:spLocks noGrp="1"/>
          </p:cNvSpPr>
          <p:nvPr>
            <p:ph type="title" idx="2" hasCustomPrompt="1"/>
          </p:nvPr>
        </p:nvSpPr>
        <p:spPr>
          <a:xfrm>
            <a:off x="3407700" y="2070412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56"/>
          <p:cNvSpPr txBox="1">
            <a:spLocks noGrp="1"/>
          </p:cNvSpPr>
          <p:nvPr>
            <p:ph type="subTitle" idx="3"/>
          </p:nvPr>
        </p:nvSpPr>
        <p:spPr>
          <a:xfrm>
            <a:off x="3407700" y="2801489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79" name="Google Shape;379;p56"/>
          <p:cNvSpPr txBox="1">
            <a:spLocks noGrp="1"/>
          </p:cNvSpPr>
          <p:nvPr>
            <p:ph type="title" idx="4" hasCustomPrompt="1"/>
          </p:nvPr>
        </p:nvSpPr>
        <p:spPr>
          <a:xfrm>
            <a:off x="3407700" y="3507199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0" name="Google Shape;380;p56"/>
          <p:cNvSpPr txBox="1">
            <a:spLocks noGrp="1"/>
          </p:cNvSpPr>
          <p:nvPr>
            <p:ph type="subTitle" idx="5"/>
          </p:nvPr>
        </p:nvSpPr>
        <p:spPr>
          <a:xfrm>
            <a:off x="3407700" y="4238606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81" name="Google Shape;381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7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7"/>
          <p:cNvSpPr txBox="1">
            <a:spLocks noGrp="1"/>
          </p:cNvSpPr>
          <p:nvPr>
            <p:ph type="title" hasCustomPrompt="1"/>
          </p:nvPr>
        </p:nvSpPr>
        <p:spPr>
          <a:xfrm>
            <a:off x="1191725" y="1792847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5" name="Google Shape;385;p57"/>
          <p:cNvSpPr txBox="1">
            <a:spLocks noGrp="1"/>
          </p:cNvSpPr>
          <p:nvPr>
            <p:ph type="subTitle" idx="1"/>
          </p:nvPr>
        </p:nvSpPr>
        <p:spPr>
          <a:xfrm>
            <a:off x="713225" y="368735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86" name="Google Shape;386;p57"/>
          <p:cNvSpPr txBox="1">
            <a:spLocks noGrp="1"/>
          </p:cNvSpPr>
          <p:nvPr>
            <p:ph type="subTitle" idx="2"/>
          </p:nvPr>
        </p:nvSpPr>
        <p:spPr>
          <a:xfrm>
            <a:off x="713225" y="2827250"/>
            <a:ext cx="2328600" cy="9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7" name="Google Shape;387;p57"/>
          <p:cNvSpPr txBox="1">
            <a:spLocks noGrp="1"/>
          </p:cNvSpPr>
          <p:nvPr>
            <p:ph type="title" idx="3" hasCustomPrompt="1"/>
          </p:nvPr>
        </p:nvSpPr>
        <p:spPr>
          <a:xfrm>
            <a:off x="3886200" y="1792847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57"/>
          <p:cNvSpPr txBox="1">
            <a:spLocks noGrp="1"/>
          </p:cNvSpPr>
          <p:nvPr>
            <p:ph type="subTitle" idx="4"/>
          </p:nvPr>
        </p:nvSpPr>
        <p:spPr>
          <a:xfrm>
            <a:off x="3407700" y="368735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89" name="Google Shape;389;p57"/>
          <p:cNvSpPr txBox="1">
            <a:spLocks noGrp="1"/>
          </p:cNvSpPr>
          <p:nvPr>
            <p:ph type="subTitle" idx="5"/>
          </p:nvPr>
        </p:nvSpPr>
        <p:spPr>
          <a:xfrm>
            <a:off x="3411150" y="2827250"/>
            <a:ext cx="2321700" cy="9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0" name="Google Shape;390;p57"/>
          <p:cNvSpPr txBox="1">
            <a:spLocks noGrp="1"/>
          </p:cNvSpPr>
          <p:nvPr>
            <p:ph type="title" idx="6" hasCustomPrompt="1"/>
          </p:nvPr>
        </p:nvSpPr>
        <p:spPr>
          <a:xfrm>
            <a:off x="6582075" y="1792847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1" name="Google Shape;391;p57"/>
          <p:cNvSpPr txBox="1">
            <a:spLocks noGrp="1"/>
          </p:cNvSpPr>
          <p:nvPr>
            <p:ph type="subTitle" idx="7"/>
          </p:nvPr>
        </p:nvSpPr>
        <p:spPr>
          <a:xfrm>
            <a:off x="6103575" y="368735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92" name="Google Shape;392;p57"/>
          <p:cNvSpPr txBox="1">
            <a:spLocks noGrp="1"/>
          </p:cNvSpPr>
          <p:nvPr>
            <p:ph type="subTitle" idx="8"/>
          </p:nvPr>
        </p:nvSpPr>
        <p:spPr>
          <a:xfrm>
            <a:off x="6102075" y="2827250"/>
            <a:ext cx="2331600" cy="9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3" name="Google Shape;393;p57"/>
          <p:cNvSpPr txBox="1">
            <a:spLocks noGrp="1"/>
          </p:cNvSpPr>
          <p:nvPr>
            <p:ph type="title" idx="9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8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385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58"/>
          <p:cNvSpPr txBox="1">
            <a:spLocks noGrp="1"/>
          </p:cNvSpPr>
          <p:nvPr>
            <p:ph type="title"/>
          </p:nvPr>
        </p:nvSpPr>
        <p:spPr>
          <a:xfrm>
            <a:off x="2286000" y="539492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58"/>
          <p:cNvSpPr txBox="1">
            <a:spLocks noGrp="1"/>
          </p:cNvSpPr>
          <p:nvPr>
            <p:ph type="subTitle" idx="1"/>
          </p:nvPr>
        </p:nvSpPr>
        <p:spPr>
          <a:xfrm>
            <a:off x="2286000" y="1545336"/>
            <a:ext cx="45720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58"/>
          <p:cNvSpPr txBox="1"/>
          <p:nvPr/>
        </p:nvSpPr>
        <p:spPr>
          <a:xfrm>
            <a:off x="2057400" y="3502152"/>
            <a:ext cx="5029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CREDITS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endParaRPr sz="12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0" name="Google Shape;400;p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/>
          <p:nvPr/>
        </p:nvSpPr>
        <p:spPr>
          <a:xfrm>
            <a:off x="182850" y="180600"/>
            <a:ext cx="8778300" cy="4782300"/>
          </a:xfrm>
          <a:prstGeom prst="roundRect">
            <a:avLst>
              <a:gd name="adj" fmla="val 2786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0"/>
          <p:cNvSpPr/>
          <p:nvPr/>
        </p:nvSpPr>
        <p:spPr>
          <a:xfrm flipH="1">
            <a:off x="-713022" y="3679316"/>
            <a:ext cx="2636207" cy="2003556"/>
          </a:xfrm>
          <a:custGeom>
            <a:avLst/>
            <a:gdLst/>
            <a:ahLst/>
            <a:cxnLst/>
            <a:rect l="l" t="t" r="r" b="b"/>
            <a:pathLst>
              <a:path w="19738" h="14864" extrusionOk="0">
                <a:moveTo>
                  <a:pt x="12653" y="0"/>
                </a:moveTo>
                <a:cubicBezTo>
                  <a:pt x="11162" y="0"/>
                  <a:pt x="10092" y="914"/>
                  <a:pt x="8804" y="2030"/>
                </a:cubicBezTo>
                <a:cubicBezTo>
                  <a:pt x="6831" y="3738"/>
                  <a:pt x="6021" y="5677"/>
                  <a:pt x="2994" y="7242"/>
                </a:cubicBezTo>
                <a:cubicBezTo>
                  <a:pt x="299" y="8630"/>
                  <a:pt x="0" y="11691"/>
                  <a:pt x="2912" y="13685"/>
                </a:cubicBezTo>
                <a:cubicBezTo>
                  <a:pt x="4040" y="14456"/>
                  <a:pt x="5241" y="14864"/>
                  <a:pt x="6597" y="14864"/>
                </a:cubicBezTo>
                <a:cubicBezTo>
                  <a:pt x="8735" y="14864"/>
                  <a:pt x="11256" y="13850"/>
                  <a:pt x="14478" y="11644"/>
                </a:cubicBezTo>
                <a:cubicBezTo>
                  <a:pt x="19737" y="8031"/>
                  <a:pt x="18792" y="2724"/>
                  <a:pt x="15519" y="901"/>
                </a:cubicBezTo>
                <a:cubicBezTo>
                  <a:pt x="14376" y="264"/>
                  <a:pt x="13454" y="0"/>
                  <a:pt x="12653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6" name="Google Shape;406;p60"/>
          <p:cNvGrpSpPr/>
          <p:nvPr/>
        </p:nvGrpSpPr>
        <p:grpSpPr>
          <a:xfrm>
            <a:off x="213894" y="3028762"/>
            <a:ext cx="1215560" cy="3399222"/>
            <a:chOff x="2277494" y="872037"/>
            <a:chExt cx="1215560" cy="3399222"/>
          </a:xfrm>
        </p:grpSpPr>
        <p:sp>
          <p:nvSpPr>
            <p:cNvPr id="407" name="Google Shape;407;p60"/>
            <p:cNvSpPr/>
            <p:nvPr/>
          </p:nvSpPr>
          <p:spPr>
            <a:xfrm>
              <a:off x="2840221" y="1176503"/>
              <a:ext cx="66669" cy="3094756"/>
            </a:xfrm>
            <a:custGeom>
              <a:avLst/>
              <a:gdLst/>
              <a:ahLst/>
              <a:cxnLst/>
              <a:rect l="l" t="t" r="r" b="b"/>
              <a:pathLst>
                <a:path w="640" h="29528" extrusionOk="0">
                  <a:moveTo>
                    <a:pt x="0" y="0"/>
                  </a:moveTo>
                  <a:lnTo>
                    <a:pt x="0" y="29528"/>
                  </a:lnTo>
                  <a:lnTo>
                    <a:pt x="640" y="29528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0"/>
            <p:cNvSpPr/>
            <p:nvPr/>
          </p:nvSpPr>
          <p:spPr>
            <a:xfrm>
              <a:off x="2840950" y="1826099"/>
              <a:ext cx="65940" cy="216847"/>
            </a:xfrm>
            <a:custGeom>
              <a:avLst/>
              <a:gdLst/>
              <a:ahLst/>
              <a:cxnLst/>
              <a:rect l="l" t="t" r="r" b="b"/>
              <a:pathLst>
                <a:path w="633" h="2069" extrusionOk="0">
                  <a:moveTo>
                    <a:pt x="0" y="0"/>
                  </a:moveTo>
                  <a:lnTo>
                    <a:pt x="0" y="2069"/>
                  </a:lnTo>
                  <a:lnTo>
                    <a:pt x="633" y="2069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60"/>
            <p:cNvSpPr/>
            <p:nvPr/>
          </p:nvSpPr>
          <p:spPr>
            <a:xfrm>
              <a:off x="2688549" y="4217702"/>
              <a:ext cx="370741" cy="53557"/>
            </a:xfrm>
            <a:custGeom>
              <a:avLst/>
              <a:gdLst/>
              <a:ahLst/>
              <a:cxnLst/>
              <a:rect l="l" t="t" r="r" b="b"/>
              <a:pathLst>
                <a:path w="3559" h="511" extrusionOk="0">
                  <a:moveTo>
                    <a:pt x="0" y="0"/>
                  </a:moveTo>
                  <a:lnTo>
                    <a:pt x="0" y="511"/>
                  </a:lnTo>
                  <a:lnTo>
                    <a:pt x="3559" y="511"/>
                  </a:lnTo>
                  <a:lnTo>
                    <a:pt x="35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60"/>
            <p:cNvSpPr/>
            <p:nvPr/>
          </p:nvSpPr>
          <p:spPr>
            <a:xfrm>
              <a:off x="2277494" y="872037"/>
              <a:ext cx="1215560" cy="1058975"/>
            </a:xfrm>
            <a:custGeom>
              <a:avLst/>
              <a:gdLst/>
              <a:ahLst/>
              <a:cxnLst/>
              <a:rect l="l" t="t" r="r" b="b"/>
              <a:pathLst>
                <a:path w="11669" h="10104" extrusionOk="0">
                  <a:moveTo>
                    <a:pt x="2919" y="0"/>
                  </a:moveTo>
                  <a:lnTo>
                    <a:pt x="0" y="5055"/>
                  </a:lnTo>
                  <a:lnTo>
                    <a:pt x="2919" y="10103"/>
                  </a:lnTo>
                  <a:lnTo>
                    <a:pt x="8750" y="10103"/>
                  </a:lnTo>
                  <a:lnTo>
                    <a:pt x="11668" y="5055"/>
                  </a:lnTo>
                  <a:lnTo>
                    <a:pt x="87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0"/>
            <p:cNvSpPr/>
            <p:nvPr/>
          </p:nvSpPr>
          <p:spPr>
            <a:xfrm>
              <a:off x="2310725" y="900544"/>
              <a:ext cx="1148266" cy="1001226"/>
            </a:xfrm>
            <a:custGeom>
              <a:avLst/>
              <a:gdLst/>
              <a:ahLst/>
              <a:cxnLst/>
              <a:rect l="l" t="t" r="r" b="b"/>
              <a:pathLst>
                <a:path w="11023" h="9553" extrusionOk="0">
                  <a:moveTo>
                    <a:pt x="8138" y="232"/>
                  </a:moveTo>
                  <a:lnTo>
                    <a:pt x="10764" y="4776"/>
                  </a:lnTo>
                  <a:lnTo>
                    <a:pt x="8138" y="9328"/>
                  </a:lnTo>
                  <a:lnTo>
                    <a:pt x="2892" y="9328"/>
                  </a:lnTo>
                  <a:lnTo>
                    <a:pt x="266" y="4776"/>
                  </a:lnTo>
                  <a:lnTo>
                    <a:pt x="2892" y="232"/>
                  </a:lnTo>
                  <a:close/>
                  <a:moveTo>
                    <a:pt x="2756" y="0"/>
                  </a:moveTo>
                  <a:lnTo>
                    <a:pt x="35" y="4722"/>
                  </a:lnTo>
                  <a:lnTo>
                    <a:pt x="1" y="4776"/>
                  </a:lnTo>
                  <a:lnTo>
                    <a:pt x="2756" y="9553"/>
                  </a:lnTo>
                  <a:lnTo>
                    <a:pt x="8274" y="9553"/>
                  </a:lnTo>
                  <a:lnTo>
                    <a:pt x="10996" y="4831"/>
                  </a:lnTo>
                  <a:lnTo>
                    <a:pt x="11023" y="4776"/>
                  </a:lnTo>
                  <a:lnTo>
                    <a:pt x="82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0"/>
            <p:cNvSpPr/>
            <p:nvPr/>
          </p:nvSpPr>
          <p:spPr>
            <a:xfrm>
              <a:off x="2821783" y="1046017"/>
              <a:ext cx="126983" cy="555585"/>
            </a:xfrm>
            <a:custGeom>
              <a:avLst/>
              <a:gdLst/>
              <a:ahLst/>
              <a:cxnLst/>
              <a:rect l="l" t="t" r="r" b="b"/>
              <a:pathLst>
                <a:path w="1219" h="5301" extrusionOk="0">
                  <a:moveTo>
                    <a:pt x="592" y="0"/>
                  </a:moveTo>
                  <a:cubicBezTo>
                    <a:pt x="170" y="0"/>
                    <a:pt x="0" y="245"/>
                    <a:pt x="0" y="463"/>
                  </a:cubicBezTo>
                  <a:lnTo>
                    <a:pt x="198" y="4906"/>
                  </a:lnTo>
                  <a:cubicBezTo>
                    <a:pt x="198" y="5123"/>
                    <a:pt x="375" y="5300"/>
                    <a:pt x="592" y="5300"/>
                  </a:cubicBezTo>
                  <a:cubicBezTo>
                    <a:pt x="596" y="5300"/>
                    <a:pt x="600" y="5300"/>
                    <a:pt x="604" y="5300"/>
                  </a:cubicBezTo>
                  <a:cubicBezTo>
                    <a:pt x="817" y="5300"/>
                    <a:pt x="994" y="5119"/>
                    <a:pt x="994" y="4906"/>
                  </a:cubicBezTo>
                  <a:lnTo>
                    <a:pt x="1218" y="463"/>
                  </a:lnTo>
                  <a:cubicBezTo>
                    <a:pt x="1218" y="245"/>
                    <a:pt x="1021" y="0"/>
                    <a:pt x="5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0"/>
            <p:cNvSpPr/>
            <p:nvPr/>
          </p:nvSpPr>
          <p:spPr>
            <a:xfrm>
              <a:off x="2836679" y="1643525"/>
              <a:ext cx="93649" cy="94222"/>
            </a:xfrm>
            <a:custGeom>
              <a:avLst/>
              <a:gdLst/>
              <a:ahLst/>
              <a:cxnLst/>
              <a:rect l="l" t="t" r="r" b="b"/>
              <a:pathLst>
                <a:path w="899" h="899" extrusionOk="0">
                  <a:moveTo>
                    <a:pt x="449" y="1"/>
                  </a:moveTo>
                  <a:cubicBezTo>
                    <a:pt x="204" y="1"/>
                    <a:pt x="0" y="205"/>
                    <a:pt x="0" y="450"/>
                  </a:cubicBezTo>
                  <a:cubicBezTo>
                    <a:pt x="0" y="695"/>
                    <a:pt x="204" y="892"/>
                    <a:pt x="449" y="899"/>
                  </a:cubicBezTo>
                  <a:cubicBezTo>
                    <a:pt x="694" y="899"/>
                    <a:pt x="898" y="695"/>
                    <a:pt x="898" y="450"/>
                  </a:cubicBezTo>
                  <a:cubicBezTo>
                    <a:pt x="898" y="205"/>
                    <a:pt x="694" y="1"/>
                    <a:pt x="4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" name="Google Shape;414;p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unito"/>
              <a:buNone/>
              <a:defRPr sz="34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1"/>
          <p:cNvSpPr txBox="1">
            <a:spLocks noGrp="1"/>
          </p:cNvSpPr>
          <p:nvPr>
            <p:ph type="ctrTitle"/>
          </p:nvPr>
        </p:nvSpPr>
        <p:spPr>
          <a:xfrm>
            <a:off x="713225" y="697232"/>
            <a:ext cx="5023200" cy="29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Resource-Aware Edge-Cloud Framework for Reinforcement Learning-based Intelligent Traffic Signal Control and Anomaly Detection</a:t>
            </a:r>
            <a:r>
              <a:rPr lang="en" sz="3000" b="0"/>
              <a:t> </a:t>
            </a:r>
            <a:endParaRPr sz="3000" b="0"/>
          </a:p>
        </p:txBody>
      </p:sp>
      <p:sp>
        <p:nvSpPr>
          <p:cNvPr id="420" name="Google Shape;420;p61"/>
          <p:cNvSpPr txBox="1">
            <a:spLocks noGrp="1"/>
          </p:cNvSpPr>
          <p:nvPr>
            <p:ph type="subTitle" idx="1"/>
          </p:nvPr>
        </p:nvSpPr>
        <p:spPr>
          <a:xfrm>
            <a:off x="713225" y="4059903"/>
            <a:ext cx="50232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0"/>
              </a:spcAft>
              <a:buNone/>
            </a:pPr>
            <a:r>
              <a:rPr lang="en" sz="1400"/>
              <a:t>Supervisor: Prof. Dulani A Meedeniya</a:t>
            </a:r>
            <a:br>
              <a:rPr lang="en" sz="1400"/>
            </a:br>
            <a:r>
              <a:rPr lang="en" sz="1400"/>
              <a:t>Presented By: Lakshitha Konara</a:t>
            </a:r>
            <a:endParaRPr sz="1400"/>
          </a:p>
        </p:txBody>
      </p:sp>
      <p:cxnSp>
        <p:nvCxnSpPr>
          <p:cNvPr id="421" name="Google Shape;421;p61"/>
          <p:cNvCxnSpPr/>
          <p:nvPr/>
        </p:nvCxnSpPr>
        <p:spPr>
          <a:xfrm>
            <a:off x="2310425" y="3806250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22" name="Google Shape;422;p61"/>
          <p:cNvGrpSpPr/>
          <p:nvPr/>
        </p:nvGrpSpPr>
        <p:grpSpPr>
          <a:xfrm>
            <a:off x="244032" y="3923675"/>
            <a:ext cx="750418" cy="909900"/>
            <a:chOff x="713232" y="2640025"/>
            <a:chExt cx="750418" cy="909900"/>
          </a:xfrm>
        </p:grpSpPr>
        <p:sp>
          <p:nvSpPr>
            <p:cNvPr id="423" name="Google Shape;423;p61"/>
            <p:cNvSpPr/>
            <p:nvPr/>
          </p:nvSpPr>
          <p:spPr>
            <a:xfrm>
              <a:off x="1280650" y="2640025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" name="Google Shape;424;p61"/>
            <p:cNvGrpSpPr/>
            <p:nvPr/>
          </p:nvGrpSpPr>
          <p:grpSpPr>
            <a:xfrm>
              <a:off x="713232" y="2983197"/>
              <a:ext cx="182878" cy="182886"/>
              <a:chOff x="769861" y="772165"/>
              <a:chExt cx="148500" cy="149100"/>
            </a:xfrm>
          </p:grpSpPr>
          <p:sp>
            <p:nvSpPr>
              <p:cNvPr id="425" name="Google Shape;425;p61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61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7" name="Google Shape;427;p61"/>
            <p:cNvSpPr/>
            <p:nvPr/>
          </p:nvSpPr>
          <p:spPr>
            <a:xfrm>
              <a:off x="1044750" y="336692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8" name="Google Shape;428;p61"/>
          <p:cNvGrpSpPr/>
          <p:nvPr/>
        </p:nvGrpSpPr>
        <p:grpSpPr>
          <a:xfrm>
            <a:off x="5736403" y="862170"/>
            <a:ext cx="2636207" cy="3463002"/>
            <a:chOff x="5740617" y="862170"/>
            <a:chExt cx="2636207" cy="3463002"/>
          </a:xfrm>
        </p:grpSpPr>
        <p:sp>
          <p:nvSpPr>
            <p:cNvPr id="429" name="Google Shape;429;p61"/>
            <p:cNvSpPr/>
            <p:nvPr/>
          </p:nvSpPr>
          <p:spPr>
            <a:xfrm flipH="1">
              <a:off x="5740617" y="984741"/>
              <a:ext cx="2636207" cy="2003556"/>
            </a:xfrm>
            <a:custGeom>
              <a:avLst/>
              <a:gdLst/>
              <a:ahLst/>
              <a:cxnLst/>
              <a:rect l="l" t="t" r="r" b="b"/>
              <a:pathLst>
                <a:path w="19738" h="14864" extrusionOk="0">
                  <a:moveTo>
                    <a:pt x="12653" y="0"/>
                  </a:moveTo>
                  <a:cubicBezTo>
                    <a:pt x="11162" y="0"/>
                    <a:pt x="10092" y="914"/>
                    <a:pt x="8804" y="2030"/>
                  </a:cubicBezTo>
                  <a:cubicBezTo>
                    <a:pt x="6831" y="3738"/>
                    <a:pt x="6021" y="5677"/>
                    <a:pt x="2994" y="7242"/>
                  </a:cubicBezTo>
                  <a:cubicBezTo>
                    <a:pt x="299" y="8630"/>
                    <a:pt x="0" y="11691"/>
                    <a:pt x="2912" y="13685"/>
                  </a:cubicBezTo>
                  <a:cubicBezTo>
                    <a:pt x="4040" y="14456"/>
                    <a:pt x="5241" y="14864"/>
                    <a:pt x="6597" y="14864"/>
                  </a:cubicBezTo>
                  <a:cubicBezTo>
                    <a:pt x="8735" y="14864"/>
                    <a:pt x="11256" y="13850"/>
                    <a:pt x="14478" y="11644"/>
                  </a:cubicBezTo>
                  <a:cubicBezTo>
                    <a:pt x="19737" y="8031"/>
                    <a:pt x="18792" y="2724"/>
                    <a:pt x="15519" y="901"/>
                  </a:cubicBezTo>
                  <a:cubicBezTo>
                    <a:pt x="14376" y="264"/>
                    <a:pt x="13454" y="0"/>
                    <a:pt x="12653" y="0"/>
                  </a:cubicBezTo>
                  <a:close/>
                </a:path>
              </a:pathLst>
            </a:cu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1"/>
            <p:cNvSpPr/>
            <p:nvPr/>
          </p:nvSpPr>
          <p:spPr>
            <a:xfrm>
              <a:off x="5926459" y="4233672"/>
              <a:ext cx="23286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1" name="Google Shape;431;p61"/>
            <p:cNvGrpSpPr/>
            <p:nvPr/>
          </p:nvGrpSpPr>
          <p:grpSpPr>
            <a:xfrm>
              <a:off x="7441717" y="862170"/>
              <a:ext cx="813206" cy="3415647"/>
              <a:chOff x="7617563" y="862170"/>
              <a:chExt cx="813206" cy="3415647"/>
            </a:xfrm>
          </p:grpSpPr>
          <p:sp>
            <p:nvSpPr>
              <p:cNvPr id="432" name="Google Shape;432;p61"/>
              <p:cNvSpPr/>
              <p:nvPr/>
            </p:nvSpPr>
            <p:spPr>
              <a:xfrm>
                <a:off x="7965017" y="964687"/>
                <a:ext cx="119001" cy="3198249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31821" extrusionOk="0">
                    <a:moveTo>
                      <a:pt x="0" y="1"/>
                    </a:moveTo>
                    <a:lnTo>
                      <a:pt x="0" y="31821"/>
                    </a:lnTo>
                    <a:lnTo>
                      <a:pt x="1184" y="31821"/>
                    </a:lnTo>
                    <a:lnTo>
                      <a:pt x="11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61"/>
              <p:cNvSpPr/>
              <p:nvPr/>
            </p:nvSpPr>
            <p:spPr>
              <a:xfrm>
                <a:off x="7965017" y="4097204"/>
                <a:ext cx="119001" cy="65732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654" extrusionOk="0">
                    <a:moveTo>
                      <a:pt x="0" y="1"/>
                    </a:moveTo>
                    <a:lnTo>
                      <a:pt x="0" y="654"/>
                    </a:lnTo>
                    <a:lnTo>
                      <a:pt x="1184" y="654"/>
                    </a:lnTo>
                    <a:lnTo>
                      <a:pt x="11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61"/>
              <p:cNvSpPr/>
              <p:nvPr/>
            </p:nvSpPr>
            <p:spPr>
              <a:xfrm>
                <a:off x="7617563" y="862170"/>
                <a:ext cx="813206" cy="1371726"/>
              </a:xfrm>
              <a:custGeom>
                <a:avLst/>
                <a:gdLst/>
                <a:ahLst/>
                <a:cxnLst/>
                <a:rect l="l" t="t" r="r" b="b"/>
                <a:pathLst>
                  <a:path w="8091" h="13648" extrusionOk="0">
                    <a:moveTo>
                      <a:pt x="1865" y="0"/>
                    </a:moveTo>
                    <a:cubicBezTo>
                      <a:pt x="824" y="0"/>
                      <a:pt x="1" y="864"/>
                      <a:pt x="55" y="1898"/>
                    </a:cubicBezTo>
                    <a:lnTo>
                      <a:pt x="586" y="12614"/>
                    </a:lnTo>
                    <a:cubicBezTo>
                      <a:pt x="620" y="13192"/>
                      <a:pt x="1096" y="13648"/>
                      <a:pt x="1675" y="13648"/>
                    </a:cubicBezTo>
                    <a:lnTo>
                      <a:pt x="6423" y="13648"/>
                    </a:lnTo>
                    <a:cubicBezTo>
                      <a:pt x="7002" y="13648"/>
                      <a:pt x="7478" y="13192"/>
                      <a:pt x="7505" y="12614"/>
                    </a:cubicBezTo>
                    <a:lnTo>
                      <a:pt x="8043" y="1898"/>
                    </a:lnTo>
                    <a:cubicBezTo>
                      <a:pt x="8090" y="864"/>
                      <a:pt x="7267" y="0"/>
                      <a:pt x="62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61"/>
              <p:cNvSpPr/>
              <p:nvPr/>
            </p:nvSpPr>
            <p:spPr>
              <a:xfrm>
                <a:off x="7724905" y="4162836"/>
                <a:ext cx="598522" cy="114981"/>
              </a:xfrm>
              <a:custGeom>
                <a:avLst/>
                <a:gdLst/>
                <a:ahLst/>
                <a:cxnLst/>
                <a:rect l="l" t="t" r="r" b="b"/>
                <a:pathLst>
                  <a:path w="5955" h="1144" extrusionOk="0">
                    <a:moveTo>
                      <a:pt x="1" y="1"/>
                    </a:moveTo>
                    <a:lnTo>
                      <a:pt x="1" y="1144"/>
                    </a:lnTo>
                    <a:lnTo>
                      <a:pt x="5954" y="1144"/>
                    </a:lnTo>
                    <a:lnTo>
                      <a:pt x="59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61"/>
              <p:cNvSpPr/>
              <p:nvPr/>
            </p:nvSpPr>
            <p:spPr>
              <a:xfrm>
                <a:off x="7783802" y="1595171"/>
                <a:ext cx="480727" cy="480828"/>
              </a:xfrm>
              <a:custGeom>
                <a:avLst/>
                <a:gdLst/>
                <a:ahLst/>
                <a:cxnLst/>
                <a:rect l="l" t="t" r="r" b="b"/>
                <a:pathLst>
                  <a:path w="4783" h="4784" extrusionOk="0">
                    <a:moveTo>
                      <a:pt x="2395" y="0"/>
                    </a:moveTo>
                    <a:cubicBezTo>
                      <a:pt x="1075" y="0"/>
                      <a:pt x="0" y="1075"/>
                      <a:pt x="0" y="2395"/>
                    </a:cubicBezTo>
                    <a:cubicBezTo>
                      <a:pt x="0" y="3715"/>
                      <a:pt x="1075" y="4783"/>
                      <a:pt x="2395" y="4783"/>
                    </a:cubicBezTo>
                    <a:cubicBezTo>
                      <a:pt x="3715" y="4783"/>
                      <a:pt x="4783" y="3715"/>
                      <a:pt x="4783" y="2395"/>
                    </a:cubicBezTo>
                    <a:cubicBezTo>
                      <a:pt x="4783" y="1075"/>
                      <a:pt x="3715" y="0"/>
                      <a:pt x="2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61"/>
              <p:cNvSpPr/>
              <p:nvPr/>
            </p:nvSpPr>
            <p:spPr>
              <a:xfrm>
                <a:off x="7783802" y="1605423"/>
                <a:ext cx="480727" cy="480124"/>
              </a:xfrm>
              <a:custGeom>
                <a:avLst/>
                <a:gdLst/>
                <a:ahLst/>
                <a:cxnLst/>
                <a:rect l="l" t="t" r="r" b="b"/>
                <a:pathLst>
                  <a:path w="4783" h="4777" extrusionOk="0">
                    <a:moveTo>
                      <a:pt x="2395" y="0"/>
                    </a:moveTo>
                    <a:cubicBezTo>
                      <a:pt x="1075" y="0"/>
                      <a:pt x="0" y="1069"/>
                      <a:pt x="0" y="2389"/>
                    </a:cubicBezTo>
                    <a:cubicBezTo>
                      <a:pt x="0" y="3708"/>
                      <a:pt x="1075" y="4777"/>
                      <a:pt x="2395" y="4777"/>
                    </a:cubicBezTo>
                    <a:cubicBezTo>
                      <a:pt x="3715" y="4777"/>
                      <a:pt x="4783" y="3708"/>
                      <a:pt x="4783" y="2389"/>
                    </a:cubicBezTo>
                    <a:cubicBezTo>
                      <a:pt x="4783" y="1069"/>
                      <a:pt x="3715" y="0"/>
                      <a:pt x="2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61"/>
              <p:cNvSpPr/>
              <p:nvPr/>
            </p:nvSpPr>
            <p:spPr>
              <a:xfrm>
                <a:off x="7785109" y="1605423"/>
                <a:ext cx="478818" cy="235288"/>
              </a:xfrm>
              <a:custGeom>
                <a:avLst/>
                <a:gdLst/>
                <a:ahLst/>
                <a:cxnLst/>
                <a:rect l="l" t="t" r="r" b="b"/>
                <a:pathLst>
                  <a:path w="4764" h="2341" extrusionOk="0">
                    <a:moveTo>
                      <a:pt x="2382" y="0"/>
                    </a:moveTo>
                    <a:cubicBezTo>
                      <a:pt x="1137" y="0"/>
                      <a:pt x="103" y="953"/>
                      <a:pt x="1" y="2191"/>
                    </a:cubicBezTo>
                    <a:cubicBezTo>
                      <a:pt x="1" y="2239"/>
                      <a:pt x="8" y="2286"/>
                      <a:pt x="14" y="2341"/>
                    </a:cubicBezTo>
                    <a:cubicBezTo>
                      <a:pt x="184" y="1164"/>
                      <a:pt x="1191" y="293"/>
                      <a:pt x="2382" y="293"/>
                    </a:cubicBezTo>
                    <a:cubicBezTo>
                      <a:pt x="3566" y="293"/>
                      <a:pt x="4573" y="1164"/>
                      <a:pt x="4743" y="2341"/>
                    </a:cubicBezTo>
                    <a:cubicBezTo>
                      <a:pt x="4750" y="2286"/>
                      <a:pt x="4763" y="2239"/>
                      <a:pt x="4763" y="2191"/>
                    </a:cubicBezTo>
                    <a:cubicBezTo>
                      <a:pt x="4654" y="953"/>
                      <a:pt x="3620" y="0"/>
                      <a:pt x="2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61"/>
              <p:cNvSpPr/>
              <p:nvPr/>
            </p:nvSpPr>
            <p:spPr>
              <a:xfrm>
                <a:off x="7995069" y="1660099"/>
                <a:ext cx="59601" cy="59601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93" extrusionOk="0">
                    <a:moveTo>
                      <a:pt x="300" y="1"/>
                    </a:moveTo>
                    <a:cubicBezTo>
                      <a:pt x="136" y="1"/>
                      <a:pt x="0" y="137"/>
                      <a:pt x="0" y="300"/>
                    </a:cubicBezTo>
                    <a:cubicBezTo>
                      <a:pt x="0" y="463"/>
                      <a:pt x="136" y="593"/>
                      <a:pt x="300" y="593"/>
                    </a:cubicBezTo>
                    <a:cubicBezTo>
                      <a:pt x="463" y="593"/>
                      <a:pt x="592" y="463"/>
                      <a:pt x="592" y="300"/>
                    </a:cubicBezTo>
                    <a:cubicBezTo>
                      <a:pt x="592" y="137"/>
                      <a:pt x="463" y="1"/>
                      <a:pt x="3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61"/>
              <p:cNvSpPr/>
              <p:nvPr/>
            </p:nvSpPr>
            <p:spPr>
              <a:xfrm>
                <a:off x="7941699" y="1799402"/>
                <a:ext cx="152570" cy="231469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2303" extrusionOk="0">
                    <a:moveTo>
                      <a:pt x="823" y="0"/>
                    </a:moveTo>
                    <a:cubicBezTo>
                      <a:pt x="733" y="0"/>
                      <a:pt x="643" y="53"/>
                      <a:pt x="613" y="159"/>
                    </a:cubicBezTo>
                    <a:lnTo>
                      <a:pt x="42" y="2017"/>
                    </a:lnTo>
                    <a:cubicBezTo>
                      <a:pt x="1" y="2132"/>
                      <a:pt x="69" y="2255"/>
                      <a:pt x="184" y="2289"/>
                    </a:cubicBezTo>
                    <a:cubicBezTo>
                      <a:pt x="205" y="2295"/>
                      <a:pt x="225" y="2302"/>
                      <a:pt x="252" y="2302"/>
                    </a:cubicBezTo>
                    <a:cubicBezTo>
                      <a:pt x="348" y="2302"/>
                      <a:pt x="429" y="2241"/>
                      <a:pt x="463" y="2146"/>
                    </a:cubicBezTo>
                    <a:lnTo>
                      <a:pt x="804" y="1044"/>
                    </a:lnTo>
                    <a:lnTo>
                      <a:pt x="1069" y="2132"/>
                    </a:lnTo>
                    <a:cubicBezTo>
                      <a:pt x="1105" y="2232"/>
                      <a:pt x="1188" y="2276"/>
                      <a:pt x="1271" y="2276"/>
                    </a:cubicBezTo>
                    <a:cubicBezTo>
                      <a:pt x="1394" y="2276"/>
                      <a:pt x="1518" y="2181"/>
                      <a:pt x="1498" y="2023"/>
                    </a:cubicBezTo>
                    <a:lnTo>
                      <a:pt x="1035" y="173"/>
                    </a:lnTo>
                    <a:cubicBezTo>
                      <a:pt x="1011" y="58"/>
                      <a:pt x="917" y="0"/>
                      <a:pt x="8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61"/>
              <p:cNvSpPr/>
              <p:nvPr/>
            </p:nvSpPr>
            <p:spPr>
              <a:xfrm>
                <a:off x="7978686" y="1714875"/>
                <a:ext cx="89653" cy="162822"/>
              </a:xfrm>
              <a:custGeom>
                <a:avLst/>
                <a:gdLst/>
                <a:ahLst/>
                <a:cxnLst/>
                <a:rect l="l" t="t" r="r" b="b"/>
                <a:pathLst>
                  <a:path w="892" h="1620" extrusionOk="0">
                    <a:moveTo>
                      <a:pt x="293" y="0"/>
                    </a:moveTo>
                    <a:lnTo>
                      <a:pt x="0" y="88"/>
                    </a:lnTo>
                    <a:cubicBezTo>
                      <a:pt x="34" y="143"/>
                      <a:pt x="48" y="197"/>
                      <a:pt x="48" y="259"/>
                    </a:cubicBezTo>
                    <a:lnTo>
                      <a:pt x="61" y="1619"/>
                    </a:lnTo>
                    <a:lnTo>
                      <a:pt x="823" y="1619"/>
                    </a:lnTo>
                    <a:lnTo>
                      <a:pt x="891" y="177"/>
                    </a:lnTo>
                    <a:lnTo>
                      <a:pt x="891" y="54"/>
                    </a:lnTo>
                    <a:lnTo>
                      <a:pt x="6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61"/>
              <p:cNvSpPr/>
              <p:nvPr/>
            </p:nvSpPr>
            <p:spPr>
              <a:xfrm>
                <a:off x="8034066" y="1717890"/>
                <a:ext cx="83522" cy="147243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465" extrusionOk="0">
                    <a:moveTo>
                      <a:pt x="294" y="1"/>
                    </a:moveTo>
                    <a:cubicBezTo>
                      <a:pt x="148" y="1"/>
                      <a:pt x="0" y="164"/>
                      <a:pt x="123" y="324"/>
                    </a:cubicBezTo>
                    <a:lnTo>
                      <a:pt x="116" y="324"/>
                    </a:lnTo>
                    <a:lnTo>
                      <a:pt x="420" y="820"/>
                    </a:lnTo>
                    <a:lnTo>
                      <a:pt x="408" y="1324"/>
                    </a:lnTo>
                    <a:cubicBezTo>
                      <a:pt x="405" y="1414"/>
                      <a:pt x="475" y="1465"/>
                      <a:pt x="545" y="1465"/>
                    </a:cubicBezTo>
                    <a:cubicBezTo>
                      <a:pt x="602" y="1465"/>
                      <a:pt x="659" y="1431"/>
                      <a:pt x="674" y="1358"/>
                    </a:cubicBezTo>
                    <a:lnTo>
                      <a:pt x="823" y="786"/>
                    </a:lnTo>
                    <a:cubicBezTo>
                      <a:pt x="830" y="746"/>
                      <a:pt x="823" y="705"/>
                      <a:pt x="803" y="671"/>
                    </a:cubicBezTo>
                    <a:lnTo>
                      <a:pt x="796" y="657"/>
                    </a:lnTo>
                    <a:lnTo>
                      <a:pt x="463" y="113"/>
                    </a:lnTo>
                    <a:cubicBezTo>
                      <a:pt x="423" y="33"/>
                      <a:pt x="358" y="1"/>
                      <a:pt x="2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61"/>
              <p:cNvSpPr/>
              <p:nvPr/>
            </p:nvSpPr>
            <p:spPr>
              <a:xfrm>
                <a:off x="7930744" y="1724323"/>
                <a:ext cx="79602" cy="143826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431" extrusionOk="0">
                    <a:moveTo>
                      <a:pt x="532" y="0"/>
                    </a:moveTo>
                    <a:cubicBezTo>
                      <a:pt x="476" y="0"/>
                      <a:pt x="419" y="25"/>
                      <a:pt x="375" y="83"/>
                    </a:cubicBezTo>
                    <a:lnTo>
                      <a:pt x="42" y="627"/>
                    </a:lnTo>
                    <a:lnTo>
                      <a:pt x="28" y="641"/>
                    </a:lnTo>
                    <a:cubicBezTo>
                      <a:pt x="8" y="675"/>
                      <a:pt x="1" y="709"/>
                      <a:pt x="14" y="750"/>
                    </a:cubicBezTo>
                    <a:lnTo>
                      <a:pt x="137" y="1321"/>
                    </a:lnTo>
                    <a:cubicBezTo>
                      <a:pt x="149" y="1396"/>
                      <a:pt x="206" y="1431"/>
                      <a:pt x="264" y="1431"/>
                    </a:cubicBezTo>
                    <a:cubicBezTo>
                      <a:pt x="332" y="1431"/>
                      <a:pt x="402" y="1382"/>
                      <a:pt x="402" y="1294"/>
                    </a:cubicBezTo>
                    <a:lnTo>
                      <a:pt x="414" y="779"/>
                    </a:lnTo>
                    <a:lnTo>
                      <a:pt x="715" y="294"/>
                    </a:lnTo>
                    <a:cubicBezTo>
                      <a:pt x="792" y="140"/>
                      <a:pt x="666" y="0"/>
                      <a:pt x="5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61"/>
              <p:cNvSpPr/>
              <p:nvPr/>
            </p:nvSpPr>
            <p:spPr>
              <a:xfrm>
                <a:off x="7759781" y="956044"/>
                <a:ext cx="528066" cy="480727"/>
              </a:xfrm>
              <a:custGeom>
                <a:avLst/>
                <a:gdLst/>
                <a:ahLst/>
                <a:cxnLst/>
                <a:rect l="l" t="t" r="r" b="b"/>
                <a:pathLst>
                  <a:path w="5254" h="4783" extrusionOk="0">
                    <a:moveTo>
                      <a:pt x="2623" y="1"/>
                    </a:moveTo>
                    <a:cubicBezTo>
                      <a:pt x="1541" y="1"/>
                      <a:pt x="562" y="742"/>
                      <a:pt x="300" y="1842"/>
                    </a:cubicBezTo>
                    <a:cubicBezTo>
                      <a:pt x="1" y="3128"/>
                      <a:pt x="790" y="4414"/>
                      <a:pt x="2076" y="4720"/>
                    </a:cubicBezTo>
                    <a:cubicBezTo>
                      <a:pt x="2259" y="4762"/>
                      <a:pt x="2442" y="4783"/>
                      <a:pt x="2622" y="4783"/>
                    </a:cubicBezTo>
                    <a:cubicBezTo>
                      <a:pt x="3708" y="4783"/>
                      <a:pt x="4691" y="4040"/>
                      <a:pt x="4954" y="2937"/>
                    </a:cubicBezTo>
                    <a:cubicBezTo>
                      <a:pt x="5253" y="1658"/>
                      <a:pt x="4457" y="365"/>
                      <a:pt x="3178" y="66"/>
                    </a:cubicBezTo>
                    <a:cubicBezTo>
                      <a:pt x="2992" y="22"/>
                      <a:pt x="2806" y="1"/>
                      <a:pt x="26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61"/>
              <p:cNvSpPr/>
              <p:nvPr/>
            </p:nvSpPr>
            <p:spPr>
              <a:xfrm>
                <a:off x="7760484" y="957453"/>
                <a:ext cx="527363" cy="480526"/>
              </a:xfrm>
              <a:custGeom>
                <a:avLst/>
                <a:gdLst/>
                <a:ahLst/>
                <a:cxnLst/>
                <a:rect l="l" t="t" r="r" b="b"/>
                <a:pathLst>
                  <a:path w="5247" h="4781" extrusionOk="0">
                    <a:moveTo>
                      <a:pt x="2624" y="1"/>
                    </a:moveTo>
                    <a:cubicBezTo>
                      <a:pt x="2011" y="1"/>
                      <a:pt x="1399" y="234"/>
                      <a:pt x="933" y="700"/>
                    </a:cubicBezTo>
                    <a:cubicBezTo>
                      <a:pt x="1" y="1639"/>
                      <a:pt x="1" y="3149"/>
                      <a:pt x="933" y="4081"/>
                    </a:cubicBezTo>
                    <a:cubicBezTo>
                      <a:pt x="1399" y="4547"/>
                      <a:pt x="2011" y="4780"/>
                      <a:pt x="2624" y="4780"/>
                    </a:cubicBezTo>
                    <a:cubicBezTo>
                      <a:pt x="3236" y="4780"/>
                      <a:pt x="3848" y="4547"/>
                      <a:pt x="4314" y="4081"/>
                    </a:cubicBezTo>
                    <a:cubicBezTo>
                      <a:pt x="5246" y="3149"/>
                      <a:pt x="5246" y="1639"/>
                      <a:pt x="4314" y="700"/>
                    </a:cubicBezTo>
                    <a:cubicBezTo>
                      <a:pt x="3848" y="234"/>
                      <a:pt x="3236" y="1"/>
                      <a:pt x="2624" y="1"/>
                    </a:cubicBezTo>
                    <a:close/>
                  </a:path>
                </a:pathLst>
              </a:custGeom>
              <a:solidFill>
                <a:srgbClr val="C9F19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61"/>
              <p:cNvSpPr/>
              <p:nvPr/>
            </p:nvSpPr>
            <p:spPr>
              <a:xfrm>
                <a:off x="7826116" y="1029515"/>
                <a:ext cx="396703" cy="361425"/>
              </a:xfrm>
              <a:custGeom>
                <a:avLst/>
                <a:gdLst/>
                <a:ahLst/>
                <a:cxnLst/>
                <a:rect l="l" t="t" r="r" b="b"/>
                <a:pathLst>
                  <a:path w="3947" h="3596" extrusionOk="0">
                    <a:moveTo>
                      <a:pt x="1971" y="0"/>
                    </a:moveTo>
                    <a:cubicBezTo>
                      <a:pt x="1511" y="0"/>
                      <a:pt x="1052" y="175"/>
                      <a:pt x="702" y="526"/>
                    </a:cubicBezTo>
                    <a:cubicBezTo>
                      <a:pt x="1" y="1227"/>
                      <a:pt x="1" y="2370"/>
                      <a:pt x="702" y="3070"/>
                    </a:cubicBezTo>
                    <a:cubicBezTo>
                      <a:pt x="1052" y="3421"/>
                      <a:pt x="1511" y="3596"/>
                      <a:pt x="1971" y="3596"/>
                    </a:cubicBezTo>
                    <a:cubicBezTo>
                      <a:pt x="2431" y="3596"/>
                      <a:pt x="2892" y="3421"/>
                      <a:pt x="3246" y="3070"/>
                    </a:cubicBezTo>
                    <a:cubicBezTo>
                      <a:pt x="3947" y="2370"/>
                      <a:pt x="3947" y="1227"/>
                      <a:pt x="3246" y="526"/>
                    </a:cubicBezTo>
                    <a:cubicBezTo>
                      <a:pt x="2892" y="175"/>
                      <a:pt x="2431" y="0"/>
                      <a:pt x="1971" y="0"/>
                    </a:cubicBezTo>
                    <a:close/>
                  </a:path>
                </a:pathLst>
              </a:custGeom>
              <a:solidFill>
                <a:srgbClr val="C9F190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61"/>
              <p:cNvSpPr/>
              <p:nvPr/>
            </p:nvSpPr>
            <p:spPr>
              <a:xfrm>
                <a:off x="7901396" y="1087105"/>
                <a:ext cx="245540" cy="245540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2443" extrusionOk="0">
                    <a:moveTo>
                      <a:pt x="1225" y="0"/>
                    </a:moveTo>
                    <a:cubicBezTo>
                      <a:pt x="551" y="0"/>
                      <a:pt x="0" y="551"/>
                      <a:pt x="0" y="1225"/>
                    </a:cubicBezTo>
                    <a:cubicBezTo>
                      <a:pt x="0" y="1899"/>
                      <a:pt x="551" y="2443"/>
                      <a:pt x="1225" y="2443"/>
                    </a:cubicBezTo>
                    <a:cubicBezTo>
                      <a:pt x="1899" y="2443"/>
                      <a:pt x="2443" y="1899"/>
                      <a:pt x="2443" y="1225"/>
                    </a:cubicBezTo>
                    <a:cubicBezTo>
                      <a:pt x="2443" y="551"/>
                      <a:pt x="1899" y="0"/>
                      <a:pt x="1225" y="0"/>
                    </a:cubicBezTo>
                    <a:close/>
                  </a:path>
                </a:pathLst>
              </a:custGeom>
              <a:solidFill>
                <a:srgbClr val="C9F190">
                  <a:alpha val="7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61"/>
              <p:cNvSpPr/>
              <p:nvPr/>
            </p:nvSpPr>
            <p:spPr>
              <a:xfrm>
                <a:off x="7992355" y="1029615"/>
                <a:ext cx="65732" cy="65832"/>
              </a:xfrm>
              <a:custGeom>
                <a:avLst/>
                <a:gdLst/>
                <a:ahLst/>
                <a:cxnLst/>
                <a:rect l="l" t="t" r="r" b="b"/>
                <a:pathLst>
                  <a:path w="654" h="655" extrusionOk="0">
                    <a:moveTo>
                      <a:pt x="327" y="1"/>
                    </a:moveTo>
                    <a:cubicBezTo>
                      <a:pt x="143" y="1"/>
                      <a:pt x="0" y="144"/>
                      <a:pt x="0" y="327"/>
                    </a:cubicBezTo>
                    <a:cubicBezTo>
                      <a:pt x="0" y="504"/>
                      <a:pt x="143" y="654"/>
                      <a:pt x="327" y="654"/>
                    </a:cubicBezTo>
                    <a:cubicBezTo>
                      <a:pt x="504" y="654"/>
                      <a:pt x="653" y="504"/>
                      <a:pt x="653" y="327"/>
                    </a:cubicBezTo>
                    <a:cubicBezTo>
                      <a:pt x="653" y="144"/>
                      <a:pt x="504" y="1"/>
                      <a:pt x="3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61"/>
              <p:cNvSpPr/>
              <p:nvPr/>
            </p:nvSpPr>
            <p:spPr>
              <a:xfrm>
                <a:off x="7912351" y="1097659"/>
                <a:ext cx="133373" cy="270566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2692" extrusionOk="0">
                    <a:moveTo>
                      <a:pt x="1136" y="1"/>
                    </a:moveTo>
                    <a:cubicBezTo>
                      <a:pt x="1041" y="1"/>
                      <a:pt x="946" y="65"/>
                      <a:pt x="946" y="195"/>
                    </a:cubicBezTo>
                    <a:lnTo>
                      <a:pt x="946" y="1147"/>
                    </a:lnTo>
                    <a:lnTo>
                      <a:pt x="89" y="2392"/>
                    </a:lnTo>
                    <a:cubicBezTo>
                      <a:pt x="0" y="2522"/>
                      <a:pt x="89" y="2692"/>
                      <a:pt x="245" y="2692"/>
                    </a:cubicBezTo>
                    <a:cubicBezTo>
                      <a:pt x="306" y="2692"/>
                      <a:pt x="368" y="2664"/>
                      <a:pt x="402" y="2610"/>
                    </a:cubicBezTo>
                    <a:lnTo>
                      <a:pt x="1293" y="1311"/>
                    </a:lnTo>
                    <a:cubicBezTo>
                      <a:pt x="1320" y="1276"/>
                      <a:pt x="1327" y="1242"/>
                      <a:pt x="1327" y="1202"/>
                    </a:cubicBezTo>
                    <a:lnTo>
                      <a:pt x="1327" y="195"/>
                    </a:lnTo>
                    <a:cubicBezTo>
                      <a:pt x="1327" y="65"/>
                      <a:pt x="1232" y="1"/>
                      <a:pt x="11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61"/>
              <p:cNvSpPr/>
              <p:nvPr/>
            </p:nvSpPr>
            <p:spPr>
              <a:xfrm>
                <a:off x="7904914" y="1083789"/>
                <a:ext cx="219508" cy="147042"/>
              </a:xfrm>
              <a:custGeom>
                <a:avLst/>
                <a:gdLst/>
                <a:ahLst/>
                <a:cxnLst/>
                <a:rect l="l" t="t" r="r" b="b"/>
                <a:pathLst>
                  <a:path w="2184" h="1463" extrusionOk="0">
                    <a:moveTo>
                      <a:pt x="1195" y="1"/>
                    </a:moveTo>
                    <a:cubicBezTo>
                      <a:pt x="1128" y="1"/>
                      <a:pt x="1063" y="37"/>
                      <a:pt x="1027" y="101"/>
                    </a:cubicBezTo>
                    <a:lnTo>
                      <a:pt x="721" y="652"/>
                    </a:lnTo>
                    <a:lnTo>
                      <a:pt x="176" y="1006"/>
                    </a:lnTo>
                    <a:cubicBezTo>
                      <a:pt x="1" y="1125"/>
                      <a:pt x="117" y="1366"/>
                      <a:pt x="286" y="1366"/>
                    </a:cubicBezTo>
                    <a:cubicBezTo>
                      <a:pt x="321" y="1366"/>
                      <a:pt x="357" y="1356"/>
                      <a:pt x="394" y="1333"/>
                    </a:cubicBezTo>
                    <a:lnTo>
                      <a:pt x="972" y="945"/>
                    </a:lnTo>
                    <a:cubicBezTo>
                      <a:pt x="999" y="931"/>
                      <a:pt x="1020" y="904"/>
                      <a:pt x="1033" y="877"/>
                    </a:cubicBezTo>
                    <a:lnTo>
                      <a:pt x="1244" y="496"/>
                    </a:lnTo>
                    <a:lnTo>
                      <a:pt x="1544" y="761"/>
                    </a:lnTo>
                    <a:lnTo>
                      <a:pt x="1775" y="1346"/>
                    </a:lnTo>
                    <a:cubicBezTo>
                      <a:pt x="1802" y="1414"/>
                      <a:pt x="1877" y="1462"/>
                      <a:pt x="1952" y="1462"/>
                    </a:cubicBezTo>
                    <a:cubicBezTo>
                      <a:pt x="2088" y="1462"/>
                      <a:pt x="2183" y="1326"/>
                      <a:pt x="2136" y="1204"/>
                    </a:cubicBezTo>
                    <a:lnTo>
                      <a:pt x="1884" y="578"/>
                    </a:lnTo>
                    <a:cubicBezTo>
                      <a:pt x="1870" y="550"/>
                      <a:pt x="1857" y="523"/>
                      <a:pt x="1836" y="510"/>
                    </a:cubicBezTo>
                    <a:lnTo>
                      <a:pt x="1326" y="54"/>
                    </a:lnTo>
                    <a:cubicBezTo>
                      <a:pt x="1287" y="18"/>
                      <a:pt x="1241" y="1"/>
                      <a:pt x="11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61"/>
              <p:cNvSpPr/>
              <p:nvPr/>
            </p:nvSpPr>
            <p:spPr>
              <a:xfrm>
                <a:off x="7999692" y="1197965"/>
                <a:ext cx="124730" cy="175084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1742" extrusionOk="0">
                    <a:moveTo>
                      <a:pt x="268" y="0"/>
                    </a:moveTo>
                    <a:cubicBezTo>
                      <a:pt x="135" y="0"/>
                      <a:pt x="0" y="142"/>
                      <a:pt x="97" y="299"/>
                    </a:cubicBezTo>
                    <a:lnTo>
                      <a:pt x="852" y="1639"/>
                    </a:lnTo>
                    <a:cubicBezTo>
                      <a:pt x="886" y="1700"/>
                      <a:pt x="955" y="1741"/>
                      <a:pt x="1023" y="1741"/>
                    </a:cubicBezTo>
                    <a:cubicBezTo>
                      <a:pt x="1057" y="1734"/>
                      <a:pt x="1091" y="1728"/>
                      <a:pt x="1118" y="1714"/>
                    </a:cubicBezTo>
                    <a:cubicBezTo>
                      <a:pt x="1206" y="1660"/>
                      <a:pt x="1240" y="1544"/>
                      <a:pt x="1193" y="1449"/>
                    </a:cubicBezTo>
                    <a:lnTo>
                      <a:pt x="431" y="108"/>
                    </a:lnTo>
                    <a:cubicBezTo>
                      <a:pt x="394" y="32"/>
                      <a:pt x="331" y="0"/>
                      <a:pt x="2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61"/>
              <p:cNvSpPr/>
              <p:nvPr/>
            </p:nvSpPr>
            <p:spPr>
              <a:xfrm>
                <a:off x="7785109" y="957955"/>
                <a:ext cx="478818" cy="234685"/>
              </a:xfrm>
              <a:custGeom>
                <a:avLst/>
                <a:gdLst/>
                <a:ahLst/>
                <a:cxnLst/>
                <a:rect l="l" t="t" r="r" b="b"/>
                <a:pathLst>
                  <a:path w="4764" h="2335" extrusionOk="0">
                    <a:moveTo>
                      <a:pt x="2382" y="1"/>
                    </a:moveTo>
                    <a:cubicBezTo>
                      <a:pt x="1137" y="1"/>
                      <a:pt x="103" y="953"/>
                      <a:pt x="1" y="2192"/>
                    </a:cubicBezTo>
                    <a:cubicBezTo>
                      <a:pt x="1" y="2239"/>
                      <a:pt x="8" y="2287"/>
                      <a:pt x="14" y="2335"/>
                    </a:cubicBezTo>
                    <a:cubicBezTo>
                      <a:pt x="184" y="1164"/>
                      <a:pt x="1191" y="294"/>
                      <a:pt x="2382" y="294"/>
                    </a:cubicBezTo>
                    <a:cubicBezTo>
                      <a:pt x="3566" y="294"/>
                      <a:pt x="4573" y="1164"/>
                      <a:pt x="4743" y="2335"/>
                    </a:cubicBezTo>
                    <a:cubicBezTo>
                      <a:pt x="4750" y="2287"/>
                      <a:pt x="4756" y="2239"/>
                      <a:pt x="4763" y="2192"/>
                    </a:cubicBezTo>
                    <a:cubicBezTo>
                      <a:pt x="4654" y="953"/>
                      <a:pt x="3620" y="1"/>
                      <a:pt x="2382" y="1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61"/>
              <p:cNvSpPr/>
              <p:nvPr/>
            </p:nvSpPr>
            <p:spPr>
              <a:xfrm>
                <a:off x="7965705" y="2233204"/>
                <a:ext cx="119001" cy="65732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654" extrusionOk="0">
                    <a:moveTo>
                      <a:pt x="0" y="1"/>
                    </a:moveTo>
                    <a:lnTo>
                      <a:pt x="0" y="654"/>
                    </a:lnTo>
                    <a:lnTo>
                      <a:pt x="1184" y="654"/>
                    </a:lnTo>
                    <a:lnTo>
                      <a:pt x="11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61"/>
            <p:cNvGrpSpPr/>
            <p:nvPr/>
          </p:nvGrpSpPr>
          <p:grpSpPr>
            <a:xfrm>
              <a:off x="5926466" y="1307719"/>
              <a:ext cx="1703401" cy="2973615"/>
              <a:chOff x="6102312" y="1307719"/>
              <a:chExt cx="1703401" cy="2973615"/>
            </a:xfrm>
          </p:grpSpPr>
          <p:sp>
            <p:nvSpPr>
              <p:cNvPr id="455" name="Google Shape;455;p61"/>
              <p:cNvSpPr/>
              <p:nvPr/>
            </p:nvSpPr>
            <p:spPr>
              <a:xfrm>
                <a:off x="6946776" y="3929658"/>
                <a:ext cx="109553" cy="259309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2580" extrusionOk="0">
                    <a:moveTo>
                      <a:pt x="1001" y="1"/>
                    </a:moveTo>
                    <a:lnTo>
                      <a:pt x="1" y="416"/>
                    </a:lnTo>
                    <a:lnTo>
                      <a:pt x="55" y="2579"/>
                    </a:lnTo>
                    <a:lnTo>
                      <a:pt x="1089" y="251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61"/>
              <p:cNvSpPr/>
              <p:nvPr/>
            </p:nvSpPr>
            <p:spPr>
              <a:xfrm>
                <a:off x="6932403" y="4120422"/>
                <a:ext cx="349565" cy="160108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1593" extrusionOk="0">
                    <a:moveTo>
                      <a:pt x="1266" y="1"/>
                    </a:moveTo>
                    <a:cubicBezTo>
                      <a:pt x="1264" y="1"/>
                      <a:pt x="1262" y="1"/>
                      <a:pt x="1259" y="1"/>
                    </a:cubicBezTo>
                    <a:cubicBezTo>
                      <a:pt x="1116" y="15"/>
                      <a:pt x="1327" y="389"/>
                      <a:pt x="906" y="518"/>
                    </a:cubicBezTo>
                    <a:cubicBezTo>
                      <a:pt x="824" y="543"/>
                      <a:pt x="752" y="554"/>
                      <a:pt x="687" y="554"/>
                    </a:cubicBezTo>
                    <a:cubicBezTo>
                      <a:pt x="434" y="554"/>
                      <a:pt x="305" y="395"/>
                      <a:pt x="207" y="395"/>
                    </a:cubicBezTo>
                    <a:cubicBezTo>
                      <a:pt x="204" y="395"/>
                      <a:pt x="201" y="395"/>
                      <a:pt x="198" y="396"/>
                    </a:cubicBezTo>
                    <a:cubicBezTo>
                      <a:pt x="75" y="409"/>
                      <a:pt x="28" y="858"/>
                      <a:pt x="14" y="1076"/>
                    </a:cubicBezTo>
                    <a:cubicBezTo>
                      <a:pt x="1" y="1294"/>
                      <a:pt x="82" y="1450"/>
                      <a:pt x="266" y="1504"/>
                    </a:cubicBezTo>
                    <a:cubicBezTo>
                      <a:pt x="299" y="1515"/>
                      <a:pt x="377" y="1518"/>
                      <a:pt x="479" y="1518"/>
                    </a:cubicBezTo>
                    <a:cubicBezTo>
                      <a:pt x="701" y="1518"/>
                      <a:pt x="1039" y="1501"/>
                      <a:pt x="1279" y="1501"/>
                    </a:cubicBezTo>
                    <a:cubicBezTo>
                      <a:pt x="1374" y="1501"/>
                      <a:pt x="1453" y="1504"/>
                      <a:pt x="1504" y="1511"/>
                    </a:cubicBezTo>
                    <a:cubicBezTo>
                      <a:pt x="1659" y="1537"/>
                      <a:pt x="1918" y="1592"/>
                      <a:pt x="2214" y="1592"/>
                    </a:cubicBezTo>
                    <a:cubicBezTo>
                      <a:pt x="2387" y="1592"/>
                      <a:pt x="2573" y="1573"/>
                      <a:pt x="2756" y="1518"/>
                    </a:cubicBezTo>
                    <a:cubicBezTo>
                      <a:pt x="3260" y="1368"/>
                      <a:pt x="3477" y="1232"/>
                      <a:pt x="3382" y="953"/>
                    </a:cubicBezTo>
                    <a:cubicBezTo>
                      <a:pt x="3287" y="681"/>
                      <a:pt x="2994" y="681"/>
                      <a:pt x="2879" y="668"/>
                    </a:cubicBezTo>
                    <a:cubicBezTo>
                      <a:pt x="2756" y="661"/>
                      <a:pt x="2491" y="654"/>
                      <a:pt x="2314" y="545"/>
                    </a:cubicBezTo>
                    <a:cubicBezTo>
                      <a:pt x="2146" y="438"/>
                      <a:pt x="1431" y="1"/>
                      <a:pt x="126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61"/>
              <p:cNvSpPr/>
              <p:nvPr/>
            </p:nvSpPr>
            <p:spPr>
              <a:xfrm>
                <a:off x="7071204" y="4137106"/>
                <a:ext cx="21308" cy="24524"/>
              </a:xfrm>
              <a:custGeom>
                <a:avLst/>
                <a:gdLst/>
                <a:ahLst/>
                <a:cxnLst/>
                <a:rect l="l" t="t" r="r" b="b"/>
                <a:pathLst>
                  <a:path w="212" h="244" extrusionOk="0">
                    <a:moveTo>
                      <a:pt x="181" y="1"/>
                    </a:moveTo>
                    <a:cubicBezTo>
                      <a:pt x="173" y="1"/>
                      <a:pt x="165" y="4"/>
                      <a:pt x="157" y="12"/>
                    </a:cubicBezTo>
                    <a:lnTo>
                      <a:pt x="14" y="195"/>
                    </a:lnTo>
                    <a:cubicBezTo>
                      <a:pt x="1" y="209"/>
                      <a:pt x="8" y="223"/>
                      <a:pt x="21" y="236"/>
                    </a:cubicBezTo>
                    <a:cubicBezTo>
                      <a:pt x="21" y="243"/>
                      <a:pt x="28" y="243"/>
                      <a:pt x="35" y="243"/>
                    </a:cubicBezTo>
                    <a:cubicBezTo>
                      <a:pt x="42" y="243"/>
                      <a:pt x="48" y="236"/>
                      <a:pt x="55" y="230"/>
                    </a:cubicBezTo>
                    <a:lnTo>
                      <a:pt x="198" y="53"/>
                    </a:lnTo>
                    <a:cubicBezTo>
                      <a:pt x="212" y="39"/>
                      <a:pt x="212" y="19"/>
                      <a:pt x="198" y="5"/>
                    </a:cubicBezTo>
                    <a:cubicBezTo>
                      <a:pt x="192" y="2"/>
                      <a:pt x="187" y="1"/>
                      <a:pt x="1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61"/>
              <p:cNvSpPr/>
              <p:nvPr/>
            </p:nvSpPr>
            <p:spPr>
              <a:xfrm>
                <a:off x="7091104" y="4148162"/>
                <a:ext cx="22112" cy="24323"/>
              </a:xfrm>
              <a:custGeom>
                <a:avLst/>
                <a:gdLst/>
                <a:ahLst/>
                <a:cxnLst/>
                <a:rect l="l" t="t" r="r" b="b"/>
                <a:pathLst>
                  <a:path w="220" h="242" extrusionOk="0">
                    <a:moveTo>
                      <a:pt x="176" y="1"/>
                    </a:moveTo>
                    <a:cubicBezTo>
                      <a:pt x="169" y="1"/>
                      <a:pt x="162" y="4"/>
                      <a:pt x="157" y="11"/>
                    </a:cubicBezTo>
                    <a:lnTo>
                      <a:pt x="7" y="194"/>
                    </a:lnTo>
                    <a:cubicBezTo>
                      <a:pt x="0" y="208"/>
                      <a:pt x="0" y="228"/>
                      <a:pt x="14" y="235"/>
                    </a:cubicBezTo>
                    <a:cubicBezTo>
                      <a:pt x="20" y="242"/>
                      <a:pt x="27" y="242"/>
                      <a:pt x="34" y="242"/>
                    </a:cubicBezTo>
                    <a:cubicBezTo>
                      <a:pt x="41" y="242"/>
                      <a:pt x="55" y="235"/>
                      <a:pt x="55" y="228"/>
                    </a:cubicBezTo>
                    <a:lnTo>
                      <a:pt x="204" y="51"/>
                    </a:lnTo>
                    <a:cubicBezTo>
                      <a:pt x="219" y="26"/>
                      <a:pt x="197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61"/>
              <p:cNvSpPr/>
              <p:nvPr/>
            </p:nvSpPr>
            <p:spPr>
              <a:xfrm>
                <a:off x="7110201" y="4159821"/>
                <a:ext cx="21308" cy="24323"/>
              </a:xfrm>
              <a:custGeom>
                <a:avLst/>
                <a:gdLst/>
                <a:ahLst/>
                <a:cxnLst/>
                <a:rect l="l" t="t" r="r" b="b"/>
                <a:pathLst>
                  <a:path w="212" h="242" extrusionOk="0">
                    <a:moveTo>
                      <a:pt x="181" y="0"/>
                    </a:moveTo>
                    <a:cubicBezTo>
                      <a:pt x="172" y="0"/>
                      <a:pt x="164" y="4"/>
                      <a:pt x="157" y="10"/>
                    </a:cubicBezTo>
                    <a:lnTo>
                      <a:pt x="14" y="187"/>
                    </a:lnTo>
                    <a:cubicBezTo>
                      <a:pt x="1" y="201"/>
                      <a:pt x="7" y="221"/>
                      <a:pt x="21" y="235"/>
                    </a:cubicBezTo>
                    <a:cubicBezTo>
                      <a:pt x="21" y="235"/>
                      <a:pt x="28" y="242"/>
                      <a:pt x="35" y="242"/>
                    </a:cubicBezTo>
                    <a:cubicBezTo>
                      <a:pt x="41" y="242"/>
                      <a:pt x="48" y="235"/>
                      <a:pt x="55" y="235"/>
                    </a:cubicBezTo>
                    <a:lnTo>
                      <a:pt x="205" y="51"/>
                    </a:lnTo>
                    <a:cubicBezTo>
                      <a:pt x="211" y="38"/>
                      <a:pt x="211" y="17"/>
                      <a:pt x="205" y="10"/>
                    </a:cubicBezTo>
                    <a:cubicBezTo>
                      <a:pt x="198" y="4"/>
                      <a:pt x="189" y="0"/>
                      <a:pt x="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61"/>
              <p:cNvSpPr/>
              <p:nvPr/>
            </p:nvSpPr>
            <p:spPr>
              <a:xfrm>
                <a:off x="6933810" y="4212788"/>
                <a:ext cx="347454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679" extrusionOk="0">
                    <a:moveTo>
                      <a:pt x="3348" y="0"/>
                    </a:moveTo>
                    <a:cubicBezTo>
                      <a:pt x="3164" y="136"/>
                      <a:pt x="2960" y="245"/>
                      <a:pt x="2742" y="327"/>
                    </a:cubicBezTo>
                    <a:cubicBezTo>
                      <a:pt x="2616" y="365"/>
                      <a:pt x="2442" y="378"/>
                      <a:pt x="2254" y="378"/>
                    </a:cubicBezTo>
                    <a:cubicBezTo>
                      <a:pt x="2008" y="378"/>
                      <a:pt x="1737" y="356"/>
                      <a:pt x="1517" y="341"/>
                    </a:cubicBezTo>
                    <a:cubicBezTo>
                      <a:pt x="1450" y="336"/>
                      <a:pt x="1380" y="334"/>
                      <a:pt x="1310" y="334"/>
                    </a:cubicBezTo>
                    <a:cubicBezTo>
                      <a:pt x="1025" y="334"/>
                      <a:pt x="733" y="365"/>
                      <a:pt x="549" y="365"/>
                    </a:cubicBezTo>
                    <a:cubicBezTo>
                      <a:pt x="514" y="365"/>
                      <a:pt x="483" y="364"/>
                      <a:pt x="456" y="361"/>
                    </a:cubicBezTo>
                    <a:cubicBezTo>
                      <a:pt x="300" y="334"/>
                      <a:pt x="150" y="300"/>
                      <a:pt x="0" y="252"/>
                    </a:cubicBezTo>
                    <a:lnTo>
                      <a:pt x="0" y="252"/>
                    </a:lnTo>
                    <a:cubicBezTo>
                      <a:pt x="0" y="409"/>
                      <a:pt x="102" y="545"/>
                      <a:pt x="252" y="592"/>
                    </a:cubicBezTo>
                    <a:cubicBezTo>
                      <a:pt x="283" y="602"/>
                      <a:pt x="352" y="605"/>
                      <a:pt x="443" y="605"/>
                    </a:cubicBezTo>
                    <a:cubicBezTo>
                      <a:pt x="658" y="605"/>
                      <a:pt x="995" y="586"/>
                      <a:pt x="1242" y="586"/>
                    </a:cubicBezTo>
                    <a:cubicBezTo>
                      <a:pt x="1346" y="586"/>
                      <a:pt x="1434" y="590"/>
                      <a:pt x="1490" y="599"/>
                    </a:cubicBezTo>
                    <a:cubicBezTo>
                      <a:pt x="1647" y="621"/>
                      <a:pt x="1911" y="679"/>
                      <a:pt x="2211" y="679"/>
                    </a:cubicBezTo>
                    <a:cubicBezTo>
                      <a:pt x="2381" y="679"/>
                      <a:pt x="2562" y="660"/>
                      <a:pt x="2742" y="606"/>
                    </a:cubicBezTo>
                    <a:cubicBezTo>
                      <a:pt x="3246" y="456"/>
                      <a:pt x="3456" y="313"/>
                      <a:pt x="3361" y="41"/>
                    </a:cubicBezTo>
                    <a:cubicBezTo>
                      <a:pt x="3361" y="28"/>
                      <a:pt x="3354" y="14"/>
                      <a:pt x="33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61"/>
              <p:cNvSpPr/>
              <p:nvPr/>
            </p:nvSpPr>
            <p:spPr>
              <a:xfrm>
                <a:off x="6577511" y="4013080"/>
                <a:ext cx="114277" cy="165636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648" extrusionOk="0">
                    <a:moveTo>
                      <a:pt x="82" y="1"/>
                    </a:moveTo>
                    <a:lnTo>
                      <a:pt x="1" y="1307"/>
                    </a:lnTo>
                    <a:lnTo>
                      <a:pt x="1042" y="1647"/>
                    </a:lnTo>
                    <a:lnTo>
                      <a:pt x="1137" y="457"/>
                    </a:ln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61"/>
              <p:cNvSpPr/>
              <p:nvPr/>
            </p:nvSpPr>
            <p:spPr>
              <a:xfrm>
                <a:off x="6518714" y="2940162"/>
                <a:ext cx="623046" cy="1152419"/>
              </a:xfrm>
              <a:custGeom>
                <a:avLst/>
                <a:gdLst/>
                <a:ahLst/>
                <a:cxnLst/>
                <a:rect l="l" t="t" r="r" b="b"/>
                <a:pathLst>
                  <a:path w="6199" h="11466" extrusionOk="0">
                    <a:moveTo>
                      <a:pt x="6124" y="1"/>
                    </a:moveTo>
                    <a:lnTo>
                      <a:pt x="89" y="62"/>
                    </a:lnTo>
                    <a:cubicBezTo>
                      <a:pt x="89" y="62"/>
                      <a:pt x="0" y="11111"/>
                      <a:pt x="89" y="11227"/>
                    </a:cubicBezTo>
                    <a:cubicBezTo>
                      <a:pt x="137" y="11295"/>
                      <a:pt x="1055" y="11458"/>
                      <a:pt x="1735" y="11465"/>
                    </a:cubicBezTo>
                    <a:cubicBezTo>
                      <a:pt x="1748" y="11465"/>
                      <a:pt x="1760" y="11465"/>
                      <a:pt x="1772" y="11465"/>
                    </a:cubicBezTo>
                    <a:cubicBezTo>
                      <a:pt x="2241" y="11465"/>
                      <a:pt x="2532" y="11341"/>
                      <a:pt x="2559" y="11281"/>
                    </a:cubicBezTo>
                    <a:cubicBezTo>
                      <a:pt x="2627" y="11145"/>
                      <a:pt x="3287" y="4559"/>
                      <a:pt x="3287" y="4559"/>
                    </a:cubicBezTo>
                    <a:cubicBezTo>
                      <a:pt x="3287" y="4559"/>
                      <a:pt x="3395" y="11206"/>
                      <a:pt x="3532" y="11329"/>
                    </a:cubicBezTo>
                    <a:cubicBezTo>
                      <a:pt x="3594" y="11385"/>
                      <a:pt x="3933" y="11453"/>
                      <a:pt x="4447" y="11453"/>
                    </a:cubicBezTo>
                    <a:cubicBezTo>
                      <a:pt x="4492" y="11453"/>
                      <a:pt x="4538" y="11452"/>
                      <a:pt x="4586" y="11451"/>
                    </a:cubicBezTo>
                    <a:cubicBezTo>
                      <a:pt x="5232" y="11445"/>
                      <a:pt x="6076" y="11329"/>
                      <a:pt x="6117" y="11240"/>
                    </a:cubicBezTo>
                    <a:cubicBezTo>
                      <a:pt x="6199" y="11070"/>
                      <a:pt x="6124" y="1"/>
                      <a:pt x="61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61"/>
              <p:cNvSpPr/>
              <p:nvPr/>
            </p:nvSpPr>
            <p:spPr>
              <a:xfrm>
                <a:off x="6840740" y="2942273"/>
                <a:ext cx="54174" cy="201116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001" extrusionOk="0">
                    <a:moveTo>
                      <a:pt x="130" y="89"/>
                    </a:moveTo>
                    <a:lnTo>
                      <a:pt x="457" y="170"/>
                    </a:lnTo>
                    <a:lnTo>
                      <a:pt x="314" y="1919"/>
                    </a:lnTo>
                    <a:cubicBezTo>
                      <a:pt x="266" y="1912"/>
                      <a:pt x="171" y="1871"/>
                      <a:pt x="137" y="1681"/>
                    </a:cubicBezTo>
                    <a:cubicBezTo>
                      <a:pt x="83" y="1429"/>
                      <a:pt x="117" y="334"/>
                      <a:pt x="130" y="89"/>
                    </a:cubicBezTo>
                    <a:close/>
                    <a:moveTo>
                      <a:pt x="103" y="0"/>
                    </a:moveTo>
                    <a:cubicBezTo>
                      <a:pt x="89" y="0"/>
                      <a:pt x="76" y="0"/>
                      <a:pt x="69" y="7"/>
                    </a:cubicBezTo>
                    <a:cubicBezTo>
                      <a:pt x="55" y="14"/>
                      <a:pt x="55" y="28"/>
                      <a:pt x="55" y="34"/>
                    </a:cubicBezTo>
                    <a:cubicBezTo>
                      <a:pt x="49" y="96"/>
                      <a:pt x="1" y="1402"/>
                      <a:pt x="55" y="1701"/>
                    </a:cubicBezTo>
                    <a:cubicBezTo>
                      <a:pt x="110" y="1980"/>
                      <a:pt x="287" y="2001"/>
                      <a:pt x="341" y="2001"/>
                    </a:cubicBezTo>
                    <a:lnTo>
                      <a:pt x="355" y="2001"/>
                    </a:lnTo>
                    <a:cubicBezTo>
                      <a:pt x="375" y="2001"/>
                      <a:pt x="389" y="1980"/>
                      <a:pt x="389" y="1967"/>
                    </a:cubicBezTo>
                    <a:lnTo>
                      <a:pt x="538" y="143"/>
                    </a:lnTo>
                    <a:cubicBezTo>
                      <a:pt x="538" y="130"/>
                      <a:pt x="525" y="109"/>
                      <a:pt x="511" y="102"/>
                    </a:cubicBez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61"/>
              <p:cNvSpPr/>
              <p:nvPr/>
            </p:nvSpPr>
            <p:spPr>
              <a:xfrm>
                <a:off x="6844861" y="3135448"/>
                <a:ext cx="35379" cy="26714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58" extrusionOk="0">
                    <a:moveTo>
                      <a:pt x="309" y="0"/>
                    </a:moveTo>
                    <a:cubicBezTo>
                      <a:pt x="291" y="0"/>
                      <a:pt x="273" y="12"/>
                      <a:pt x="273" y="38"/>
                    </a:cubicBezTo>
                    <a:cubicBezTo>
                      <a:pt x="253" y="256"/>
                      <a:pt x="232" y="473"/>
                      <a:pt x="212" y="677"/>
                    </a:cubicBezTo>
                    <a:cubicBezTo>
                      <a:pt x="191" y="915"/>
                      <a:pt x="171" y="1160"/>
                      <a:pt x="144" y="1433"/>
                    </a:cubicBezTo>
                    <a:cubicBezTo>
                      <a:pt x="110" y="1807"/>
                      <a:pt x="8" y="2603"/>
                      <a:pt x="8" y="2610"/>
                    </a:cubicBezTo>
                    <a:cubicBezTo>
                      <a:pt x="1" y="2630"/>
                      <a:pt x="14" y="2650"/>
                      <a:pt x="42" y="2657"/>
                    </a:cubicBezTo>
                    <a:cubicBezTo>
                      <a:pt x="62" y="2657"/>
                      <a:pt x="82" y="2637"/>
                      <a:pt x="82" y="2623"/>
                    </a:cubicBezTo>
                    <a:cubicBezTo>
                      <a:pt x="82" y="2616"/>
                      <a:pt x="184" y="1814"/>
                      <a:pt x="225" y="1439"/>
                    </a:cubicBezTo>
                    <a:cubicBezTo>
                      <a:pt x="253" y="1167"/>
                      <a:pt x="273" y="922"/>
                      <a:pt x="293" y="684"/>
                    </a:cubicBezTo>
                    <a:cubicBezTo>
                      <a:pt x="314" y="466"/>
                      <a:pt x="327" y="262"/>
                      <a:pt x="348" y="45"/>
                    </a:cubicBezTo>
                    <a:cubicBezTo>
                      <a:pt x="351" y="16"/>
                      <a:pt x="330" y="0"/>
                      <a:pt x="3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61"/>
              <p:cNvSpPr/>
              <p:nvPr/>
            </p:nvSpPr>
            <p:spPr>
              <a:xfrm>
                <a:off x="6447555" y="4120924"/>
                <a:ext cx="255892" cy="160410"/>
              </a:xfrm>
              <a:custGeom>
                <a:avLst/>
                <a:gdLst/>
                <a:ahLst/>
                <a:cxnLst/>
                <a:rect l="l" t="t" r="r" b="b"/>
                <a:pathLst>
                  <a:path w="2546" h="1596" extrusionOk="0">
                    <a:moveTo>
                      <a:pt x="1563" y="0"/>
                    </a:moveTo>
                    <a:cubicBezTo>
                      <a:pt x="1453" y="0"/>
                      <a:pt x="1365" y="14"/>
                      <a:pt x="1260" y="105"/>
                    </a:cubicBezTo>
                    <a:cubicBezTo>
                      <a:pt x="1096" y="254"/>
                      <a:pt x="953" y="486"/>
                      <a:pt x="845" y="561"/>
                    </a:cubicBezTo>
                    <a:cubicBezTo>
                      <a:pt x="695" y="656"/>
                      <a:pt x="538" y="737"/>
                      <a:pt x="368" y="792"/>
                    </a:cubicBezTo>
                    <a:cubicBezTo>
                      <a:pt x="198" y="833"/>
                      <a:pt x="130" y="908"/>
                      <a:pt x="96" y="1030"/>
                    </a:cubicBezTo>
                    <a:cubicBezTo>
                      <a:pt x="55" y="1153"/>
                      <a:pt x="1" y="1357"/>
                      <a:pt x="117" y="1459"/>
                    </a:cubicBezTo>
                    <a:cubicBezTo>
                      <a:pt x="217" y="1559"/>
                      <a:pt x="978" y="1596"/>
                      <a:pt x="1275" y="1596"/>
                    </a:cubicBezTo>
                    <a:cubicBezTo>
                      <a:pt x="1301" y="1596"/>
                      <a:pt x="1323" y="1595"/>
                      <a:pt x="1341" y="1595"/>
                    </a:cubicBezTo>
                    <a:cubicBezTo>
                      <a:pt x="1566" y="1588"/>
                      <a:pt x="1600" y="1540"/>
                      <a:pt x="1777" y="1527"/>
                    </a:cubicBezTo>
                    <a:cubicBezTo>
                      <a:pt x="1947" y="1520"/>
                      <a:pt x="2341" y="1506"/>
                      <a:pt x="2437" y="1486"/>
                    </a:cubicBezTo>
                    <a:cubicBezTo>
                      <a:pt x="2498" y="1479"/>
                      <a:pt x="2545" y="1425"/>
                      <a:pt x="2545" y="1363"/>
                    </a:cubicBezTo>
                    <a:cubicBezTo>
                      <a:pt x="2545" y="1329"/>
                      <a:pt x="2511" y="1255"/>
                      <a:pt x="2491" y="1146"/>
                    </a:cubicBezTo>
                    <a:cubicBezTo>
                      <a:pt x="2443" y="962"/>
                      <a:pt x="2423" y="765"/>
                      <a:pt x="2423" y="574"/>
                    </a:cubicBezTo>
                    <a:cubicBezTo>
                      <a:pt x="2423" y="486"/>
                      <a:pt x="2267" y="329"/>
                      <a:pt x="2130" y="186"/>
                    </a:cubicBezTo>
                    <a:cubicBezTo>
                      <a:pt x="2022" y="71"/>
                      <a:pt x="1872" y="3"/>
                      <a:pt x="1715" y="3"/>
                    </a:cubicBezTo>
                    <a:cubicBezTo>
                      <a:pt x="1659" y="3"/>
                      <a:pt x="1609" y="0"/>
                      <a:pt x="156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61"/>
              <p:cNvSpPr/>
              <p:nvPr/>
            </p:nvSpPr>
            <p:spPr>
              <a:xfrm>
                <a:off x="6560425" y="4147860"/>
                <a:ext cx="71863" cy="6231"/>
              </a:xfrm>
              <a:custGeom>
                <a:avLst/>
                <a:gdLst/>
                <a:ahLst/>
                <a:cxnLst/>
                <a:rect l="l" t="t" r="r" b="b"/>
                <a:pathLst>
                  <a:path w="715" h="62" extrusionOk="0">
                    <a:moveTo>
                      <a:pt x="41" y="0"/>
                    </a:moveTo>
                    <a:cubicBezTo>
                      <a:pt x="1" y="0"/>
                      <a:pt x="1" y="61"/>
                      <a:pt x="41" y="61"/>
                    </a:cubicBezTo>
                    <a:lnTo>
                      <a:pt x="681" y="61"/>
                    </a:lnTo>
                    <a:cubicBezTo>
                      <a:pt x="715" y="61"/>
                      <a:pt x="715" y="0"/>
                      <a:pt x="6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61"/>
              <p:cNvSpPr/>
              <p:nvPr/>
            </p:nvSpPr>
            <p:spPr>
              <a:xfrm>
                <a:off x="6546052" y="4165550"/>
                <a:ext cx="72566" cy="6332"/>
              </a:xfrm>
              <a:custGeom>
                <a:avLst/>
                <a:gdLst/>
                <a:ahLst/>
                <a:cxnLst/>
                <a:rect l="l" t="t" r="r" b="b"/>
                <a:pathLst>
                  <a:path w="722" h="63" extrusionOk="0">
                    <a:moveTo>
                      <a:pt x="41" y="1"/>
                    </a:moveTo>
                    <a:cubicBezTo>
                      <a:pt x="1" y="1"/>
                      <a:pt x="1" y="62"/>
                      <a:pt x="41" y="62"/>
                    </a:cubicBezTo>
                    <a:lnTo>
                      <a:pt x="681" y="62"/>
                    </a:lnTo>
                    <a:cubicBezTo>
                      <a:pt x="722" y="62"/>
                      <a:pt x="722" y="1"/>
                      <a:pt x="6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61"/>
              <p:cNvSpPr/>
              <p:nvPr/>
            </p:nvSpPr>
            <p:spPr>
              <a:xfrm>
                <a:off x="6532584" y="4183339"/>
                <a:ext cx="70858" cy="6332"/>
              </a:xfrm>
              <a:custGeom>
                <a:avLst/>
                <a:gdLst/>
                <a:ahLst/>
                <a:cxnLst/>
                <a:rect l="l" t="t" r="r" b="b"/>
                <a:pathLst>
                  <a:path w="705" h="63" extrusionOk="0">
                    <a:moveTo>
                      <a:pt x="34" y="0"/>
                    </a:moveTo>
                    <a:cubicBezTo>
                      <a:pt x="0" y="0"/>
                      <a:pt x="0" y="62"/>
                      <a:pt x="34" y="62"/>
                    </a:cubicBezTo>
                    <a:cubicBezTo>
                      <a:pt x="36" y="62"/>
                      <a:pt x="38" y="62"/>
                      <a:pt x="39" y="62"/>
                    </a:cubicBezTo>
                    <a:lnTo>
                      <a:pt x="672" y="62"/>
                    </a:lnTo>
                    <a:cubicBezTo>
                      <a:pt x="674" y="62"/>
                      <a:pt x="675" y="62"/>
                      <a:pt x="676" y="62"/>
                    </a:cubicBezTo>
                    <a:cubicBezTo>
                      <a:pt x="705" y="62"/>
                      <a:pt x="705" y="0"/>
                      <a:pt x="676" y="0"/>
                    </a:cubicBezTo>
                    <a:cubicBezTo>
                      <a:pt x="675" y="0"/>
                      <a:pt x="674" y="1"/>
                      <a:pt x="672" y="1"/>
                    </a:cubicBezTo>
                    <a:lnTo>
                      <a:pt x="39" y="1"/>
                    </a:lnTo>
                    <a:cubicBezTo>
                      <a:pt x="38" y="1"/>
                      <a:pt x="36" y="0"/>
                      <a:pt x="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61"/>
              <p:cNvSpPr/>
              <p:nvPr/>
            </p:nvSpPr>
            <p:spPr>
              <a:xfrm>
                <a:off x="6450972" y="4238015"/>
                <a:ext cx="253178" cy="4331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431" extrusionOk="0">
                    <a:moveTo>
                      <a:pt x="2125" y="0"/>
                    </a:moveTo>
                    <a:cubicBezTo>
                      <a:pt x="1980" y="0"/>
                      <a:pt x="1835" y="6"/>
                      <a:pt x="1688" y="15"/>
                    </a:cubicBezTo>
                    <a:cubicBezTo>
                      <a:pt x="1432" y="40"/>
                      <a:pt x="792" y="105"/>
                      <a:pt x="547" y="105"/>
                    </a:cubicBezTo>
                    <a:cubicBezTo>
                      <a:pt x="525" y="105"/>
                      <a:pt x="506" y="104"/>
                      <a:pt x="491" y="103"/>
                    </a:cubicBezTo>
                    <a:cubicBezTo>
                      <a:pt x="334" y="76"/>
                      <a:pt x="178" y="49"/>
                      <a:pt x="28" y="8"/>
                    </a:cubicBezTo>
                    <a:lnTo>
                      <a:pt x="28" y="8"/>
                    </a:lnTo>
                    <a:cubicBezTo>
                      <a:pt x="8" y="117"/>
                      <a:pt x="1" y="232"/>
                      <a:pt x="83" y="300"/>
                    </a:cubicBezTo>
                    <a:cubicBezTo>
                      <a:pt x="183" y="394"/>
                      <a:pt x="943" y="431"/>
                      <a:pt x="1240" y="431"/>
                    </a:cubicBezTo>
                    <a:cubicBezTo>
                      <a:pt x="1266" y="431"/>
                      <a:pt x="1289" y="430"/>
                      <a:pt x="1307" y="430"/>
                    </a:cubicBezTo>
                    <a:cubicBezTo>
                      <a:pt x="1532" y="430"/>
                      <a:pt x="1566" y="375"/>
                      <a:pt x="1743" y="368"/>
                    </a:cubicBezTo>
                    <a:cubicBezTo>
                      <a:pt x="1920" y="355"/>
                      <a:pt x="2307" y="348"/>
                      <a:pt x="2403" y="328"/>
                    </a:cubicBezTo>
                    <a:cubicBezTo>
                      <a:pt x="2471" y="321"/>
                      <a:pt x="2518" y="260"/>
                      <a:pt x="2511" y="198"/>
                    </a:cubicBezTo>
                    <a:cubicBezTo>
                      <a:pt x="2498" y="144"/>
                      <a:pt x="2484" y="83"/>
                      <a:pt x="2464" y="28"/>
                    </a:cubicBezTo>
                    <a:lnTo>
                      <a:pt x="2396" y="8"/>
                    </a:lnTo>
                    <a:cubicBezTo>
                      <a:pt x="2305" y="3"/>
                      <a:pt x="2215" y="0"/>
                      <a:pt x="21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61"/>
              <p:cNvSpPr/>
              <p:nvPr/>
            </p:nvSpPr>
            <p:spPr>
              <a:xfrm>
                <a:off x="6102312" y="2820558"/>
                <a:ext cx="221619" cy="234786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2336" extrusionOk="0">
                    <a:moveTo>
                      <a:pt x="1551" y="0"/>
                    </a:moveTo>
                    <a:cubicBezTo>
                      <a:pt x="1483" y="211"/>
                      <a:pt x="1402" y="415"/>
                      <a:pt x="1306" y="613"/>
                    </a:cubicBezTo>
                    <a:cubicBezTo>
                      <a:pt x="1252" y="694"/>
                      <a:pt x="1184" y="756"/>
                      <a:pt x="1102" y="796"/>
                    </a:cubicBezTo>
                    <a:cubicBezTo>
                      <a:pt x="1041" y="830"/>
                      <a:pt x="592" y="1191"/>
                      <a:pt x="531" y="1239"/>
                    </a:cubicBezTo>
                    <a:cubicBezTo>
                      <a:pt x="470" y="1279"/>
                      <a:pt x="102" y="1586"/>
                      <a:pt x="55" y="1613"/>
                    </a:cubicBezTo>
                    <a:cubicBezTo>
                      <a:pt x="0" y="1640"/>
                      <a:pt x="27" y="1688"/>
                      <a:pt x="95" y="1694"/>
                    </a:cubicBezTo>
                    <a:cubicBezTo>
                      <a:pt x="100" y="1695"/>
                      <a:pt x="105" y="1696"/>
                      <a:pt x="110" y="1696"/>
                    </a:cubicBezTo>
                    <a:cubicBezTo>
                      <a:pt x="184" y="1696"/>
                      <a:pt x="332" y="1610"/>
                      <a:pt x="408" y="1565"/>
                    </a:cubicBezTo>
                    <a:cubicBezTo>
                      <a:pt x="490" y="1518"/>
                      <a:pt x="626" y="1450"/>
                      <a:pt x="626" y="1450"/>
                    </a:cubicBezTo>
                    <a:lnTo>
                      <a:pt x="626" y="1450"/>
                    </a:lnTo>
                    <a:cubicBezTo>
                      <a:pt x="626" y="1450"/>
                      <a:pt x="374" y="1701"/>
                      <a:pt x="299" y="1769"/>
                    </a:cubicBezTo>
                    <a:cubicBezTo>
                      <a:pt x="197" y="1858"/>
                      <a:pt x="48" y="1946"/>
                      <a:pt x="68" y="2014"/>
                    </a:cubicBezTo>
                    <a:cubicBezTo>
                      <a:pt x="77" y="2043"/>
                      <a:pt x="101" y="2053"/>
                      <a:pt x="131" y="2053"/>
                    </a:cubicBezTo>
                    <a:cubicBezTo>
                      <a:pt x="172" y="2053"/>
                      <a:pt x="223" y="2034"/>
                      <a:pt x="259" y="2014"/>
                    </a:cubicBezTo>
                    <a:cubicBezTo>
                      <a:pt x="327" y="1987"/>
                      <a:pt x="619" y="1776"/>
                      <a:pt x="619" y="1776"/>
                    </a:cubicBezTo>
                    <a:lnTo>
                      <a:pt x="619" y="1776"/>
                    </a:lnTo>
                    <a:lnTo>
                      <a:pt x="313" y="2116"/>
                    </a:lnTo>
                    <a:cubicBezTo>
                      <a:pt x="272" y="2157"/>
                      <a:pt x="218" y="2218"/>
                      <a:pt x="299" y="2239"/>
                    </a:cubicBezTo>
                    <a:cubicBezTo>
                      <a:pt x="305" y="2240"/>
                      <a:pt x="311" y="2241"/>
                      <a:pt x="317" y="2241"/>
                    </a:cubicBezTo>
                    <a:cubicBezTo>
                      <a:pt x="400" y="2241"/>
                      <a:pt x="565" y="2124"/>
                      <a:pt x="653" y="2048"/>
                    </a:cubicBezTo>
                    <a:cubicBezTo>
                      <a:pt x="749" y="1967"/>
                      <a:pt x="905" y="1756"/>
                      <a:pt x="932" y="1735"/>
                    </a:cubicBezTo>
                    <a:cubicBezTo>
                      <a:pt x="946" y="1724"/>
                      <a:pt x="958" y="1719"/>
                      <a:pt x="968" y="1719"/>
                    </a:cubicBezTo>
                    <a:cubicBezTo>
                      <a:pt x="984" y="1719"/>
                      <a:pt x="993" y="1731"/>
                      <a:pt x="993" y="1756"/>
                    </a:cubicBezTo>
                    <a:cubicBezTo>
                      <a:pt x="993" y="1796"/>
                      <a:pt x="708" y="2150"/>
                      <a:pt x="667" y="2205"/>
                    </a:cubicBezTo>
                    <a:cubicBezTo>
                      <a:pt x="626" y="2259"/>
                      <a:pt x="626" y="2314"/>
                      <a:pt x="701" y="2334"/>
                    </a:cubicBezTo>
                    <a:cubicBezTo>
                      <a:pt x="705" y="2335"/>
                      <a:pt x="708" y="2335"/>
                      <a:pt x="712" y="2335"/>
                    </a:cubicBezTo>
                    <a:cubicBezTo>
                      <a:pt x="779" y="2335"/>
                      <a:pt x="868" y="2227"/>
                      <a:pt x="925" y="2150"/>
                    </a:cubicBezTo>
                    <a:cubicBezTo>
                      <a:pt x="987" y="2075"/>
                      <a:pt x="1225" y="1769"/>
                      <a:pt x="1320" y="1681"/>
                    </a:cubicBezTo>
                    <a:cubicBezTo>
                      <a:pt x="1415" y="1605"/>
                      <a:pt x="1533" y="1564"/>
                      <a:pt x="1653" y="1564"/>
                    </a:cubicBezTo>
                    <a:cubicBezTo>
                      <a:pt x="1662" y="1564"/>
                      <a:pt x="1671" y="1565"/>
                      <a:pt x="1681" y="1565"/>
                    </a:cubicBezTo>
                    <a:cubicBezTo>
                      <a:pt x="1728" y="1579"/>
                      <a:pt x="1681" y="1715"/>
                      <a:pt x="1660" y="1783"/>
                    </a:cubicBezTo>
                    <a:cubicBezTo>
                      <a:pt x="1647" y="1865"/>
                      <a:pt x="1715" y="1939"/>
                      <a:pt x="1796" y="1939"/>
                    </a:cubicBezTo>
                    <a:cubicBezTo>
                      <a:pt x="1878" y="1933"/>
                      <a:pt x="1892" y="1810"/>
                      <a:pt x="1919" y="1688"/>
                    </a:cubicBezTo>
                    <a:cubicBezTo>
                      <a:pt x="1939" y="1565"/>
                      <a:pt x="1980" y="1545"/>
                      <a:pt x="2000" y="1436"/>
                    </a:cubicBezTo>
                    <a:cubicBezTo>
                      <a:pt x="2028" y="1334"/>
                      <a:pt x="1966" y="1089"/>
                      <a:pt x="1960" y="885"/>
                    </a:cubicBezTo>
                    <a:cubicBezTo>
                      <a:pt x="1946" y="688"/>
                      <a:pt x="2204" y="286"/>
                      <a:pt x="2204" y="286"/>
                    </a:cubicBezTo>
                    <a:lnTo>
                      <a:pt x="1551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61"/>
              <p:cNvSpPr/>
              <p:nvPr/>
            </p:nvSpPr>
            <p:spPr>
              <a:xfrm>
                <a:off x="6161812" y="2983481"/>
                <a:ext cx="20604" cy="18393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83" extrusionOk="0">
                    <a:moveTo>
                      <a:pt x="178" y="0"/>
                    </a:moveTo>
                    <a:cubicBezTo>
                      <a:pt x="172" y="0"/>
                      <a:pt x="167" y="2"/>
                      <a:pt x="163" y="5"/>
                    </a:cubicBezTo>
                    <a:lnTo>
                      <a:pt x="14" y="141"/>
                    </a:lnTo>
                    <a:cubicBezTo>
                      <a:pt x="0" y="148"/>
                      <a:pt x="0" y="169"/>
                      <a:pt x="14" y="175"/>
                    </a:cubicBezTo>
                    <a:cubicBezTo>
                      <a:pt x="14" y="182"/>
                      <a:pt x="20" y="182"/>
                      <a:pt x="27" y="182"/>
                    </a:cubicBezTo>
                    <a:cubicBezTo>
                      <a:pt x="34" y="182"/>
                      <a:pt x="41" y="182"/>
                      <a:pt x="48" y="175"/>
                    </a:cubicBezTo>
                    <a:lnTo>
                      <a:pt x="197" y="39"/>
                    </a:lnTo>
                    <a:cubicBezTo>
                      <a:pt x="204" y="33"/>
                      <a:pt x="204" y="12"/>
                      <a:pt x="197" y="5"/>
                    </a:cubicBezTo>
                    <a:cubicBezTo>
                      <a:pt x="191" y="2"/>
                      <a:pt x="184" y="0"/>
                      <a:pt x="1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61"/>
              <p:cNvSpPr/>
              <p:nvPr/>
            </p:nvSpPr>
            <p:spPr>
              <a:xfrm>
                <a:off x="7565600" y="1307719"/>
                <a:ext cx="240112" cy="288256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868" extrusionOk="0">
                    <a:moveTo>
                      <a:pt x="2081" y="1"/>
                    </a:moveTo>
                    <a:cubicBezTo>
                      <a:pt x="2050" y="1"/>
                      <a:pt x="2019" y="12"/>
                      <a:pt x="1994" y="37"/>
                    </a:cubicBezTo>
                    <a:cubicBezTo>
                      <a:pt x="1975" y="26"/>
                      <a:pt x="1955" y="21"/>
                      <a:pt x="1936" y="21"/>
                    </a:cubicBezTo>
                    <a:cubicBezTo>
                      <a:pt x="1906" y="21"/>
                      <a:pt x="1879" y="33"/>
                      <a:pt x="1858" y="57"/>
                    </a:cubicBezTo>
                    <a:cubicBezTo>
                      <a:pt x="1797" y="125"/>
                      <a:pt x="1647" y="554"/>
                      <a:pt x="1613" y="656"/>
                    </a:cubicBezTo>
                    <a:cubicBezTo>
                      <a:pt x="1606" y="676"/>
                      <a:pt x="1586" y="704"/>
                      <a:pt x="1572" y="724"/>
                    </a:cubicBezTo>
                    <a:cubicBezTo>
                      <a:pt x="1593" y="683"/>
                      <a:pt x="1579" y="629"/>
                      <a:pt x="1538" y="602"/>
                    </a:cubicBezTo>
                    <a:cubicBezTo>
                      <a:pt x="1519" y="587"/>
                      <a:pt x="1498" y="581"/>
                      <a:pt x="1476" y="581"/>
                    </a:cubicBezTo>
                    <a:cubicBezTo>
                      <a:pt x="1380" y="581"/>
                      <a:pt x="1263" y="694"/>
                      <a:pt x="1191" y="772"/>
                    </a:cubicBezTo>
                    <a:cubicBezTo>
                      <a:pt x="1076" y="894"/>
                      <a:pt x="974" y="1023"/>
                      <a:pt x="872" y="1160"/>
                    </a:cubicBezTo>
                    <a:cubicBezTo>
                      <a:pt x="817" y="1241"/>
                      <a:pt x="538" y="1493"/>
                      <a:pt x="443" y="1622"/>
                    </a:cubicBezTo>
                    <a:cubicBezTo>
                      <a:pt x="382" y="1704"/>
                      <a:pt x="327" y="1881"/>
                      <a:pt x="246" y="2030"/>
                    </a:cubicBezTo>
                    <a:cubicBezTo>
                      <a:pt x="103" y="2309"/>
                      <a:pt x="1" y="2486"/>
                      <a:pt x="1" y="2486"/>
                    </a:cubicBezTo>
                    <a:lnTo>
                      <a:pt x="742" y="2867"/>
                    </a:lnTo>
                    <a:cubicBezTo>
                      <a:pt x="742" y="2867"/>
                      <a:pt x="1014" y="2405"/>
                      <a:pt x="1178" y="2262"/>
                    </a:cubicBezTo>
                    <a:cubicBezTo>
                      <a:pt x="1334" y="2126"/>
                      <a:pt x="1851" y="1765"/>
                      <a:pt x="1933" y="1670"/>
                    </a:cubicBezTo>
                    <a:cubicBezTo>
                      <a:pt x="2021" y="1568"/>
                      <a:pt x="2130" y="1146"/>
                      <a:pt x="2171" y="1044"/>
                    </a:cubicBezTo>
                    <a:cubicBezTo>
                      <a:pt x="2198" y="969"/>
                      <a:pt x="2389" y="527"/>
                      <a:pt x="2321" y="459"/>
                    </a:cubicBezTo>
                    <a:cubicBezTo>
                      <a:pt x="2292" y="434"/>
                      <a:pt x="2283" y="431"/>
                      <a:pt x="2281" y="431"/>
                    </a:cubicBezTo>
                    <a:cubicBezTo>
                      <a:pt x="2280" y="431"/>
                      <a:pt x="2280" y="431"/>
                      <a:pt x="2280" y="432"/>
                    </a:cubicBezTo>
                    <a:lnTo>
                      <a:pt x="2280" y="432"/>
                    </a:lnTo>
                    <a:cubicBezTo>
                      <a:pt x="2287" y="329"/>
                      <a:pt x="2287" y="234"/>
                      <a:pt x="2280" y="132"/>
                    </a:cubicBezTo>
                    <a:cubicBezTo>
                      <a:pt x="2266" y="98"/>
                      <a:pt x="2239" y="71"/>
                      <a:pt x="2198" y="71"/>
                    </a:cubicBezTo>
                    <a:cubicBezTo>
                      <a:pt x="2174" y="26"/>
                      <a:pt x="2128" y="1"/>
                      <a:pt x="2081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61"/>
              <p:cNvSpPr/>
              <p:nvPr/>
            </p:nvSpPr>
            <p:spPr>
              <a:xfrm>
                <a:off x="7733146" y="1308121"/>
                <a:ext cx="37590" cy="9427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938" extrusionOk="0">
                    <a:moveTo>
                      <a:pt x="326" y="1"/>
                    </a:moveTo>
                    <a:cubicBezTo>
                      <a:pt x="317" y="1"/>
                      <a:pt x="308" y="4"/>
                      <a:pt x="300" y="13"/>
                    </a:cubicBezTo>
                    <a:cubicBezTo>
                      <a:pt x="191" y="128"/>
                      <a:pt x="198" y="428"/>
                      <a:pt x="198" y="482"/>
                    </a:cubicBezTo>
                    <a:cubicBezTo>
                      <a:pt x="184" y="523"/>
                      <a:pt x="75" y="775"/>
                      <a:pt x="14" y="897"/>
                    </a:cubicBezTo>
                    <a:cubicBezTo>
                      <a:pt x="1" y="911"/>
                      <a:pt x="7" y="931"/>
                      <a:pt x="28" y="938"/>
                    </a:cubicBezTo>
                    <a:lnTo>
                      <a:pt x="41" y="938"/>
                    </a:lnTo>
                    <a:cubicBezTo>
                      <a:pt x="55" y="938"/>
                      <a:pt x="69" y="931"/>
                      <a:pt x="75" y="924"/>
                    </a:cubicBezTo>
                    <a:cubicBezTo>
                      <a:pt x="144" y="788"/>
                      <a:pt x="266" y="509"/>
                      <a:pt x="266" y="496"/>
                    </a:cubicBezTo>
                    <a:lnTo>
                      <a:pt x="266" y="489"/>
                    </a:lnTo>
                    <a:lnTo>
                      <a:pt x="266" y="482"/>
                    </a:lnTo>
                    <a:cubicBezTo>
                      <a:pt x="259" y="400"/>
                      <a:pt x="266" y="142"/>
                      <a:pt x="348" y="60"/>
                    </a:cubicBezTo>
                    <a:cubicBezTo>
                      <a:pt x="373" y="34"/>
                      <a:pt x="352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61"/>
              <p:cNvSpPr/>
              <p:nvPr/>
            </p:nvSpPr>
            <p:spPr>
              <a:xfrm>
                <a:off x="7749529" y="1346817"/>
                <a:ext cx="52063" cy="75682"/>
              </a:xfrm>
              <a:custGeom>
                <a:avLst/>
                <a:gdLst/>
                <a:ahLst/>
                <a:cxnLst/>
                <a:rect l="l" t="t" r="r" b="b"/>
                <a:pathLst>
                  <a:path w="518" h="753" extrusionOk="0">
                    <a:moveTo>
                      <a:pt x="413" y="1"/>
                    </a:moveTo>
                    <a:cubicBezTo>
                      <a:pt x="377" y="1"/>
                      <a:pt x="342" y="14"/>
                      <a:pt x="314" y="43"/>
                    </a:cubicBezTo>
                    <a:cubicBezTo>
                      <a:pt x="205" y="117"/>
                      <a:pt x="151" y="349"/>
                      <a:pt x="151" y="349"/>
                    </a:cubicBezTo>
                    <a:cubicBezTo>
                      <a:pt x="137" y="396"/>
                      <a:pt x="49" y="621"/>
                      <a:pt x="8" y="709"/>
                    </a:cubicBezTo>
                    <a:cubicBezTo>
                      <a:pt x="1" y="723"/>
                      <a:pt x="15" y="743"/>
                      <a:pt x="28" y="750"/>
                    </a:cubicBezTo>
                    <a:lnTo>
                      <a:pt x="42" y="750"/>
                    </a:lnTo>
                    <a:cubicBezTo>
                      <a:pt x="45" y="752"/>
                      <a:pt x="49" y="753"/>
                      <a:pt x="53" y="753"/>
                    </a:cubicBezTo>
                    <a:cubicBezTo>
                      <a:pt x="62" y="753"/>
                      <a:pt x="71" y="746"/>
                      <a:pt x="76" y="736"/>
                    </a:cubicBezTo>
                    <a:cubicBezTo>
                      <a:pt x="89" y="709"/>
                      <a:pt x="205" y="430"/>
                      <a:pt x="219" y="369"/>
                    </a:cubicBezTo>
                    <a:cubicBezTo>
                      <a:pt x="239" y="267"/>
                      <a:pt x="287" y="172"/>
                      <a:pt x="355" y="97"/>
                    </a:cubicBezTo>
                    <a:cubicBezTo>
                      <a:pt x="383" y="77"/>
                      <a:pt x="405" y="72"/>
                      <a:pt x="421" y="72"/>
                    </a:cubicBezTo>
                    <a:cubicBezTo>
                      <a:pt x="445" y="72"/>
                      <a:pt x="457" y="83"/>
                      <a:pt x="457" y="83"/>
                    </a:cubicBezTo>
                    <a:cubicBezTo>
                      <a:pt x="464" y="90"/>
                      <a:pt x="472" y="94"/>
                      <a:pt x="481" y="94"/>
                    </a:cubicBezTo>
                    <a:cubicBezTo>
                      <a:pt x="489" y="94"/>
                      <a:pt x="498" y="90"/>
                      <a:pt x="504" y="83"/>
                    </a:cubicBezTo>
                    <a:cubicBezTo>
                      <a:pt x="518" y="70"/>
                      <a:pt x="518" y="49"/>
                      <a:pt x="504" y="36"/>
                    </a:cubicBezTo>
                    <a:cubicBezTo>
                      <a:pt x="478" y="13"/>
                      <a:pt x="445" y="1"/>
                      <a:pt x="4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61"/>
              <p:cNvSpPr/>
              <p:nvPr/>
            </p:nvSpPr>
            <p:spPr>
              <a:xfrm>
                <a:off x="7766012" y="1311438"/>
                <a:ext cx="24725" cy="68446"/>
              </a:xfrm>
              <a:custGeom>
                <a:avLst/>
                <a:gdLst/>
                <a:ahLst/>
                <a:cxnLst/>
                <a:rect l="l" t="t" r="r" b="b"/>
                <a:pathLst>
                  <a:path w="246" h="681" extrusionOk="0">
                    <a:moveTo>
                      <a:pt x="205" y="0"/>
                    </a:moveTo>
                    <a:cubicBezTo>
                      <a:pt x="179" y="0"/>
                      <a:pt x="144" y="30"/>
                      <a:pt x="95" y="88"/>
                    </a:cubicBezTo>
                    <a:cubicBezTo>
                      <a:pt x="21" y="184"/>
                      <a:pt x="0" y="599"/>
                      <a:pt x="0" y="646"/>
                    </a:cubicBezTo>
                    <a:cubicBezTo>
                      <a:pt x="0" y="667"/>
                      <a:pt x="14" y="680"/>
                      <a:pt x="34" y="680"/>
                    </a:cubicBezTo>
                    <a:cubicBezTo>
                      <a:pt x="55" y="680"/>
                      <a:pt x="68" y="667"/>
                      <a:pt x="68" y="653"/>
                    </a:cubicBezTo>
                    <a:cubicBezTo>
                      <a:pt x="75" y="483"/>
                      <a:pt x="102" y="190"/>
                      <a:pt x="150" y="129"/>
                    </a:cubicBezTo>
                    <a:cubicBezTo>
                      <a:pt x="163" y="109"/>
                      <a:pt x="184" y="88"/>
                      <a:pt x="211" y="68"/>
                    </a:cubicBezTo>
                    <a:cubicBezTo>
                      <a:pt x="218" y="68"/>
                      <a:pt x="232" y="61"/>
                      <a:pt x="232" y="54"/>
                    </a:cubicBezTo>
                    <a:cubicBezTo>
                      <a:pt x="245" y="34"/>
                      <a:pt x="238" y="14"/>
                      <a:pt x="225" y="7"/>
                    </a:cubicBezTo>
                    <a:cubicBezTo>
                      <a:pt x="219" y="2"/>
                      <a:pt x="212" y="0"/>
                      <a:pt x="2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61"/>
              <p:cNvSpPr/>
              <p:nvPr/>
            </p:nvSpPr>
            <p:spPr>
              <a:xfrm>
                <a:off x="7659977" y="1377773"/>
                <a:ext cx="67742" cy="794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790" extrusionOk="0">
                    <a:moveTo>
                      <a:pt x="630" y="1"/>
                    </a:moveTo>
                    <a:cubicBezTo>
                      <a:pt x="622" y="1"/>
                      <a:pt x="613" y="4"/>
                      <a:pt x="606" y="13"/>
                    </a:cubicBezTo>
                    <a:cubicBezTo>
                      <a:pt x="599" y="13"/>
                      <a:pt x="436" y="231"/>
                      <a:pt x="375" y="299"/>
                    </a:cubicBezTo>
                    <a:cubicBezTo>
                      <a:pt x="361" y="320"/>
                      <a:pt x="348" y="340"/>
                      <a:pt x="334" y="360"/>
                    </a:cubicBezTo>
                    <a:cubicBezTo>
                      <a:pt x="280" y="456"/>
                      <a:pt x="157" y="680"/>
                      <a:pt x="28" y="721"/>
                    </a:cubicBezTo>
                    <a:cubicBezTo>
                      <a:pt x="7" y="728"/>
                      <a:pt x="1" y="748"/>
                      <a:pt x="1" y="762"/>
                    </a:cubicBezTo>
                    <a:cubicBezTo>
                      <a:pt x="7" y="775"/>
                      <a:pt x="21" y="782"/>
                      <a:pt x="35" y="789"/>
                    </a:cubicBezTo>
                    <a:lnTo>
                      <a:pt x="41" y="782"/>
                    </a:lnTo>
                    <a:cubicBezTo>
                      <a:pt x="205" y="735"/>
                      <a:pt x="334" y="503"/>
                      <a:pt x="395" y="388"/>
                    </a:cubicBezTo>
                    <a:cubicBezTo>
                      <a:pt x="402" y="374"/>
                      <a:pt x="409" y="360"/>
                      <a:pt x="422" y="340"/>
                    </a:cubicBezTo>
                    <a:cubicBezTo>
                      <a:pt x="484" y="272"/>
                      <a:pt x="647" y="61"/>
                      <a:pt x="654" y="54"/>
                    </a:cubicBezTo>
                    <a:cubicBezTo>
                      <a:pt x="674" y="29"/>
                      <a:pt x="653" y="1"/>
                      <a:pt x="6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61"/>
              <p:cNvSpPr/>
              <p:nvPr/>
            </p:nvSpPr>
            <p:spPr>
              <a:xfrm>
                <a:off x="6729277" y="2044439"/>
                <a:ext cx="233278" cy="196291"/>
              </a:xfrm>
              <a:custGeom>
                <a:avLst/>
                <a:gdLst/>
                <a:ahLst/>
                <a:cxnLst/>
                <a:rect l="l" t="t" r="r" b="b"/>
                <a:pathLst>
                  <a:path w="2321" h="1953" extrusionOk="0">
                    <a:moveTo>
                      <a:pt x="423" y="0"/>
                    </a:moveTo>
                    <a:lnTo>
                      <a:pt x="1" y="150"/>
                    </a:lnTo>
                    <a:lnTo>
                      <a:pt x="1750" y="1953"/>
                    </a:lnTo>
                    <a:lnTo>
                      <a:pt x="2321" y="109"/>
                    </a:lnTo>
                    <a:lnTo>
                      <a:pt x="1913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61"/>
              <p:cNvSpPr/>
              <p:nvPr/>
            </p:nvSpPr>
            <p:spPr>
              <a:xfrm>
                <a:off x="6539921" y="1432650"/>
                <a:ext cx="491783" cy="529172"/>
              </a:xfrm>
              <a:custGeom>
                <a:avLst/>
                <a:gdLst/>
                <a:ahLst/>
                <a:cxnLst/>
                <a:rect l="l" t="t" r="r" b="b"/>
                <a:pathLst>
                  <a:path w="4893" h="5265" extrusionOk="0">
                    <a:moveTo>
                      <a:pt x="1890" y="1"/>
                    </a:moveTo>
                    <a:cubicBezTo>
                      <a:pt x="1857" y="1"/>
                      <a:pt x="1824" y="2"/>
                      <a:pt x="1790" y="5"/>
                    </a:cubicBezTo>
                    <a:cubicBezTo>
                      <a:pt x="1565" y="32"/>
                      <a:pt x="1341" y="100"/>
                      <a:pt x="1137" y="209"/>
                    </a:cubicBezTo>
                    <a:cubicBezTo>
                      <a:pt x="871" y="345"/>
                      <a:pt x="592" y="549"/>
                      <a:pt x="470" y="835"/>
                    </a:cubicBezTo>
                    <a:cubicBezTo>
                      <a:pt x="429" y="923"/>
                      <a:pt x="415" y="1025"/>
                      <a:pt x="368" y="1121"/>
                    </a:cubicBezTo>
                    <a:cubicBezTo>
                      <a:pt x="307" y="1216"/>
                      <a:pt x="232" y="1311"/>
                      <a:pt x="157" y="1400"/>
                    </a:cubicBezTo>
                    <a:cubicBezTo>
                      <a:pt x="55" y="1556"/>
                      <a:pt x="0" y="1740"/>
                      <a:pt x="0" y="1930"/>
                    </a:cubicBezTo>
                    <a:cubicBezTo>
                      <a:pt x="7" y="2175"/>
                      <a:pt x="55" y="2413"/>
                      <a:pt x="130" y="2645"/>
                    </a:cubicBezTo>
                    <a:cubicBezTo>
                      <a:pt x="205" y="2862"/>
                      <a:pt x="320" y="3060"/>
                      <a:pt x="477" y="3230"/>
                    </a:cubicBezTo>
                    <a:cubicBezTo>
                      <a:pt x="490" y="3237"/>
                      <a:pt x="504" y="3250"/>
                      <a:pt x="511" y="3271"/>
                    </a:cubicBezTo>
                    <a:cubicBezTo>
                      <a:pt x="517" y="3284"/>
                      <a:pt x="517" y="3305"/>
                      <a:pt x="517" y="3325"/>
                    </a:cubicBezTo>
                    <a:cubicBezTo>
                      <a:pt x="524" y="3570"/>
                      <a:pt x="647" y="3822"/>
                      <a:pt x="762" y="4039"/>
                    </a:cubicBezTo>
                    <a:cubicBezTo>
                      <a:pt x="858" y="4223"/>
                      <a:pt x="1001" y="4380"/>
                      <a:pt x="1177" y="4502"/>
                    </a:cubicBezTo>
                    <a:cubicBezTo>
                      <a:pt x="1218" y="4529"/>
                      <a:pt x="1273" y="4557"/>
                      <a:pt x="1320" y="4577"/>
                    </a:cubicBezTo>
                    <a:cubicBezTo>
                      <a:pt x="1334" y="4584"/>
                      <a:pt x="1341" y="4591"/>
                      <a:pt x="1354" y="4604"/>
                    </a:cubicBezTo>
                    <a:cubicBezTo>
                      <a:pt x="1361" y="4618"/>
                      <a:pt x="1368" y="4631"/>
                      <a:pt x="1375" y="4652"/>
                    </a:cubicBezTo>
                    <a:cubicBezTo>
                      <a:pt x="1416" y="4767"/>
                      <a:pt x="1477" y="4883"/>
                      <a:pt x="1558" y="4985"/>
                    </a:cubicBezTo>
                    <a:cubicBezTo>
                      <a:pt x="1579" y="5019"/>
                      <a:pt x="1606" y="5053"/>
                      <a:pt x="1640" y="5080"/>
                    </a:cubicBezTo>
                    <a:cubicBezTo>
                      <a:pt x="1681" y="5114"/>
                      <a:pt x="1722" y="5135"/>
                      <a:pt x="1769" y="5148"/>
                    </a:cubicBezTo>
                    <a:cubicBezTo>
                      <a:pt x="1939" y="5216"/>
                      <a:pt x="2116" y="5250"/>
                      <a:pt x="2307" y="5264"/>
                    </a:cubicBezTo>
                    <a:cubicBezTo>
                      <a:pt x="2314" y="5264"/>
                      <a:pt x="2327" y="5257"/>
                      <a:pt x="2341" y="5250"/>
                    </a:cubicBezTo>
                    <a:cubicBezTo>
                      <a:pt x="2348" y="5244"/>
                      <a:pt x="2354" y="5230"/>
                      <a:pt x="2348" y="5216"/>
                    </a:cubicBezTo>
                    <a:cubicBezTo>
                      <a:pt x="2334" y="4863"/>
                      <a:pt x="2035" y="4516"/>
                      <a:pt x="1831" y="4250"/>
                    </a:cubicBezTo>
                    <a:cubicBezTo>
                      <a:pt x="1606" y="3958"/>
                      <a:pt x="1348" y="3672"/>
                      <a:pt x="1198" y="3325"/>
                    </a:cubicBezTo>
                    <a:cubicBezTo>
                      <a:pt x="1164" y="3257"/>
                      <a:pt x="1143" y="3182"/>
                      <a:pt x="1130" y="3107"/>
                    </a:cubicBezTo>
                    <a:cubicBezTo>
                      <a:pt x="1055" y="2740"/>
                      <a:pt x="1075" y="2359"/>
                      <a:pt x="1096" y="1978"/>
                    </a:cubicBezTo>
                    <a:cubicBezTo>
                      <a:pt x="1089" y="1910"/>
                      <a:pt x="1103" y="1842"/>
                      <a:pt x="1130" y="1781"/>
                    </a:cubicBezTo>
                    <a:cubicBezTo>
                      <a:pt x="1164" y="1719"/>
                      <a:pt x="1218" y="1665"/>
                      <a:pt x="1279" y="1631"/>
                    </a:cubicBezTo>
                    <a:cubicBezTo>
                      <a:pt x="1474" y="1512"/>
                      <a:pt x="1703" y="1483"/>
                      <a:pt x="1932" y="1483"/>
                    </a:cubicBezTo>
                    <a:cubicBezTo>
                      <a:pt x="1991" y="1483"/>
                      <a:pt x="2051" y="1485"/>
                      <a:pt x="2110" y="1488"/>
                    </a:cubicBezTo>
                    <a:cubicBezTo>
                      <a:pt x="2477" y="1509"/>
                      <a:pt x="2865" y="1536"/>
                      <a:pt x="3212" y="1679"/>
                    </a:cubicBezTo>
                    <a:cubicBezTo>
                      <a:pt x="3368" y="1747"/>
                      <a:pt x="3402" y="1849"/>
                      <a:pt x="3518" y="1964"/>
                    </a:cubicBezTo>
                    <a:cubicBezTo>
                      <a:pt x="3634" y="2073"/>
                      <a:pt x="3892" y="2556"/>
                      <a:pt x="4069" y="2584"/>
                    </a:cubicBezTo>
                    <a:lnTo>
                      <a:pt x="4157" y="2584"/>
                    </a:lnTo>
                    <a:cubicBezTo>
                      <a:pt x="4525" y="2577"/>
                      <a:pt x="4824" y="2189"/>
                      <a:pt x="4872" y="1835"/>
                    </a:cubicBezTo>
                    <a:cubicBezTo>
                      <a:pt x="4892" y="1611"/>
                      <a:pt x="4858" y="1386"/>
                      <a:pt x="4763" y="1175"/>
                    </a:cubicBezTo>
                    <a:cubicBezTo>
                      <a:pt x="4681" y="951"/>
                      <a:pt x="4545" y="713"/>
                      <a:pt x="4321" y="597"/>
                    </a:cubicBezTo>
                    <a:cubicBezTo>
                      <a:pt x="4253" y="556"/>
                      <a:pt x="4171" y="542"/>
                      <a:pt x="4103" y="502"/>
                    </a:cubicBezTo>
                    <a:cubicBezTo>
                      <a:pt x="3960" y="413"/>
                      <a:pt x="3878" y="257"/>
                      <a:pt x="3742" y="168"/>
                    </a:cubicBezTo>
                    <a:cubicBezTo>
                      <a:pt x="3595" y="81"/>
                      <a:pt x="3427" y="38"/>
                      <a:pt x="3257" y="38"/>
                    </a:cubicBezTo>
                    <a:cubicBezTo>
                      <a:pt x="3215" y="38"/>
                      <a:pt x="3172" y="40"/>
                      <a:pt x="3130" y="46"/>
                    </a:cubicBezTo>
                    <a:cubicBezTo>
                      <a:pt x="3001" y="73"/>
                      <a:pt x="2865" y="100"/>
                      <a:pt x="2729" y="127"/>
                    </a:cubicBezTo>
                    <a:cubicBezTo>
                      <a:pt x="2694" y="137"/>
                      <a:pt x="2659" y="144"/>
                      <a:pt x="2624" y="144"/>
                    </a:cubicBezTo>
                    <a:cubicBezTo>
                      <a:pt x="2611" y="144"/>
                      <a:pt x="2599" y="143"/>
                      <a:pt x="2586" y="141"/>
                    </a:cubicBezTo>
                    <a:cubicBezTo>
                      <a:pt x="2545" y="141"/>
                      <a:pt x="2504" y="127"/>
                      <a:pt x="2470" y="114"/>
                    </a:cubicBezTo>
                    <a:cubicBezTo>
                      <a:pt x="2270" y="55"/>
                      <a:pt x="2100" y="1"/>
                      <a:pt x="18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61"/>
              <p:cNvSpPr/>
              <p:nvPr/>
            </p:nvSpPr>
            <p:spPr>
              <a:xfrm>
                <a:off x="6764154" y="1932976"/>
                <a:ext cx="157395" cy="111563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110" extrusionOk="0">
                    <a:moveTo>
                      <a:pt x="1" y="0"/>
                    </a:moveTo>
                    <a:lnTo>
                      <a:pt x="76" y="1109"/>
                    </a:lnTo>
                    <a:lnTo>
                      <a:pt x="1566" y="1109"/>
                    </a:lnTo>
                    <a:lnTo>
                      <a:pt x="1450" y="2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61"/>
              <p:cNvSpPr/>
              <p:nvPr/>
            </p:nvSpPr>
            <p:spPr>
              <a:xfrm>
                <a:off x="6620629" y="1531348"/>
                <a:ext cx="385748" cy="447459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4452" extrusionOk="0">
                    <a:moveTo>
                      <a:pt x="1811" y="1"/>
                    </a:moveTo>
                    <a:cubicBezTo>
                      <a:pt x="1585" y="1"/>
                      <a:pt x="1354" y="50"/>
                      <a:pt x="1062" y="152"/>
                    </a:cubicBezTo>
                    <a:cubicBezTo>
                      <a:pt x="483" y="356"/>
                      <a:pt x="184" y="792"/>
                      <a:pt x="82" y="1343"/>
                    </a:cubicBezTo>
                    <a:cubicBezTo>
                      <a:pt x="0" y="1928"/>
                      <a:pt x="89" y="2527"/>
                      <a:pt x="347" y="3064"/>
                    </a:cubicBezTo>
                    <a:cubicBezTo>
                      <a:pt x="599" y="3513"/>
                      <a:pt x="960" y="3881"/>
                      <a:pt x="1402" y="4146"/>
                    </a:cubicBezTo>
                    <a:cubicBezTo>
                      <a:pt x="1699" y="4314"/>
                      <a:pt x="2067" y="4451"/>
                      <a:pt x="2468" y="4451"/>
                    </a:cubicBezTo>
                    <a:cubicBezTo>
                      <a:pt x="2636" y="4451"/>
                      <a:pt x="2810" y="4427"/>
                      <a:pt x="2987" y="4371"/>
                    </a:cubicBezTo>
                    <a:cubicBezTo>
                      <a:pt x="3593" y="4180"/>
                      <a:pt x="3776" y="3636"/>
                      <a:pt x="3810" y="3180"/>
                    </a:cubicBezTo>
                    <a:cubicBezTo>
                      <a:pt x="3837" y="2710"/>
                      <a:pt x="3640" y="1921"/>
                      <a:pt x="3524" y="1513"/>
                    </a:cubicBezTo>
                    <a:cubicBezTo>
                      <a:pt x="3402" y="1105"/>
                      <a:pt x="3218" y="384"/>
                      <a:pt x="2524" y="146"/>
                    </a:cubicBezTo>
                    <a:cubicBezTo>
                      <a:pt x="2256" y="50"/>
                      <a:pt x="2036" y="1"/>
                      <a:pt x="1811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61"/>
              <p:cNvSpPr/>
              <p:nvPr/>
            </p:nvSpPr>
            <p:spPr>
              <a:xfrm>
                <a:off x="6859234" y="1845133"/>
                <a:ext cx="56184" cy="16182"/>
              </a:xfrm>
              <a:custGeom>
                <a:avLst/>
                <a:gdLst/>
                <a:ahLst/>
                <a:cxnLst/>
                <a:rect l="l" t="t" r="r" b="b"/>
                <a:pathLst>
                  <a:path w="559" h="161" extrusionOk="0">
                    <a:moveTo>
                      <a:pt x="28" y="0"/>
                    </a:moveTo>
                    <a:cubicBezTo>
                      <a:pt x="21" y="0"/>
                      <a:pt x="14" y="4"/>
                      <a:pt x="7" y="10"/>
                    </a:cubicBezTo>
                    <a:cubicBezTo>
                      <a:pt x="1" y="17"/>
                      <a:pt x="1" y="38"/>
                      <a:pt x="7" y="51"/>
                    </a:cubicBezTo>
                    <a:cubicBezTo>
                      <a:pt x="77" y="121"/>
                      <a:pt x="176" y="161"/>
                      <a:pt x="276" y="161"/>
                    </a:cubicBezTo>
                    <a:cubicBezTo>
                      <a:pt x="284" y="161"/>
                      <a:pt x="292" y="160"/>
                      <a:pt x="300" y="160"/>
                    </a:cubicBezTo>
                    <a:cubicBezTo>
                      <a:pt x="382" y="160"/>
                      <a:pt x="463" y="146"/>
                      <a:pt x="538" y="112"/>
                    </a:cubicBezTo>
                    <a:cubicBezTo>
                      <a:pt x="552" y="112"/>
                      <a:pt x="559" y="92"/>
                      <a:pt x="552" y="78"/>
                    </a:cubicBezTo>
                    <a:cubicBezTo>
                      <a:pt x="547" y="68"/>
                      <a:pt x="538" y="62"/>
                      <a:pt x="526" y="62"/>
                    </a:cubicBezTo>
                    <a:cubicBezTo>
                      <a:pt x="521" y="62"/>
                      <a:pt x="516" y="63"/>
                      <a:pt x="511" y="65"/>
                    </a:cubicBezTo>
                    <a:cubicBezTo>
                      <a:pt x="511" y="65"/>
                      <a:pt x="412" y="106"/>
                      <a:pt x="296" y="106"/>
                    </a:cubicBezTo>
                    <a:cubicBezTo>
                      <a:pt x="212" y="106"/>
                      <a:pt x="120" y="84"/>
                      <a:pt x="48" y="10"/>
                    </a:cubicBezTo>
                    <a:cubicBezTo>
                      <a:pt x="41" y="4"/>
                      <a:pt x="35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61"/>
              <p:cNvSpPr/>
              <p:nvPr/>
            </p:nvSpPr>
            <p:spPr>
              <a:xfrm>
                <a:off x="6835011" y="1971873"/>
                <a:ext cx="75481" cy="10453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04" extrusionOk="0">
                    <a:moveTo>
                      <a:pt x="717" y="0"/>
                    </a:moveTo>
                    <a:cubicBezTo>
                      <a:pt x="715" y="0"/>
                      <a:pt x="713" y="1"/>
                      <a:pt x="711" y="1"/>
                    </a:cubicBezTo>
                    <a:cubicBezTo>
                      <a:pt x="580" y="29"/>
                      <a:pt x="449" y="43"/>
                      <a:pt x="320" y="43"/>
                    </a:cubicBezTo>
                    <a:cubicBezTo>
                      <a:pt x="227" y="43"/>
                      <a:pt x="135" y="36"/>
                      <a:pt x="44" y="22"/>
                    </a:cubicBezTo>
                    <a:cubicBezTo>
                      <a:pt x="40" y="20"/>
                      <a:pt x="37" y="20"/>
                      <a:pt x="33" y="20"/>
                    </a:cubicBezTo>
                    <a:cubicBezTo>
                      <a:pt x="3" y="20"/>
                      <a:pt x="0" y="70"/>
                      <a:pt x="31" y="76"/>
                    </a:cubicBezTo>
                    <a:cubicBezTo>
                      <a:pt x="133" y="90"/>
                      <a:pt x="235" y="96"/>
                      <a:pt x="337" y="103"/>
                    </a:cubicBezTo>
                    <a:cubicBezTo>
                      <a:pt x="466" y="103"/>
                      <a:pt x="595" y="83"/>
                      <a:pt x="725" y="56"/>
                    </a:cubicBezTo>
                    <a:cubicBezTo>
                      <a:pt x="750" y="43"/>
                      <a:pt x="746" y="0"/>
                      <a:pt x="7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61"/>
              <p:cNvSpPr/>
              <p:nvPr/>
            </p:nvSpPr>
            <p:spPr>
              <a:xfrm>
                <a:off x="6764857" y="1680200"/>
                <a:ext cx="65129" cy="3809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379" extrusionOk="0">
                    <a:moveTo>
                      <a:pt x="503" y="1"/>
                    </a:moveTo>
                    <a:cubicBezTo>
                      <a:pt x="465" y="1"/>
                      <a:pt x="421" y="8"/>
                      <a:pt x="375" y="25"/>
                    </a:cubicBezTo>
                    <a:cubicBezTo>
                      <a:pt x="253" y="59"/>
                      <a:pt x="144" y="127"/>
                      <a:pt x="62" y="223"/>
                    </a:cubicBezTo>
                    <a:cubicBezTo>
                      <a:pt x="1" y="300"/>
                      <a:pt x="31" y="378"/>
                      <a:pt x="88" y="378"/>
                    </a:cubicBezTo>
                    <a:cubicBezTo>
                      <a:pt x="101" y="378"/>
                      <a:pt x="115" y="374"/>
                      <a:pt x="130" y="365"/>
                    </a:cubicBezTo>
                    <a:cubicBezTo>
                      <a:pt x="225" y="318"/>
                      <a:pt x="321" y="277"/>
                      <a:pt x="423" y="243"/>
                    </a:cubicBezTo>
                    <a:cubicBezTo>
                      <a:pt x="538" y="202"/>
                      <a:pt x="647" y="189"/>
                      <a:pt x="647" y="100"/>
                    </a:cubicBezTo>
                    <a:cubicBezTo>
                      <a:pt x="647" y="39"/>
                      <a:pt x="589" y="1"/>
                      <a:pt x="5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61"/>
              <p:cNvSpPr/>
              <p:nvPr/>
            </p:nvSpPr>
            <p:spPr>
              <a:xfrm>
                <a:off x="6911900" y="1655174"/>
                <a:ext cx="61008" cy="23921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8" extrusionOk="0">
                    <a:moveTo>
                      <a:pt x="305" y="0"/>
                    </a:moveTo>
                    <a:cubicBezTo>
                      <a:pt x="287" y="0"/>
                      <a:pt x="270" y="1"/>
                      <a:pt x="252" y="2"/>
                    </a:cubicBezTo>
                    <a:cubicBezTo>
                      <a:pt x="96" y="9"/>
                      <a:pt x="1" y="97"/>
                      <a:pt x="35" y="179"/>
                    </a:cubicBezTo>
                    <a:cubicBezTo>
                      <a:pt x="52" y="225"/>
                      <a:pt x="90" y="238"/>
                      <a:pt x="138" y="238"/>
                    </a:cubicBezTo>
                    <a:cubicBezTo>
                      <a:pt x="183" y="238"/>
                      <a:pt x="237" y="226"/>
                      <a:pt x="293" y="220"/>
                    </a:cubicBezTo>
                    <a:cubicBezTo>
                      <a:pt x="344" y="216"/>
                      <a:pt x="395" y="215"/>
                      <a:pt x="447" y="215"/>
                    </a:cubicBezTo>
                    <a:cubicBezTo>
                      <a:pt x="499" y="215"/>
                      <a:pt x="552" y="216"/>
                      <a:pt x="606" y="220"/>
                    </a:cubicBezTo>
                    <a:cubicBezTo>
                      <a:pt x="586" y="165"/>
                      <a:pt x="572" y="97"/>
                      <a:pt x="552" y="36"/>
                    </a:cubicBezTo>
                    <a:cubicBezTo>
                      <a:pt x="473" y="14"/>
                      <a:pt x="389" y="0"/>
                      <a:pt x="3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61"/>
              <p:cNvSpPr/>
              <p:nvPr/>
            </p:nvSpPr>
            <p:spPr>
              <a:xfrm>
                <a:off x="6901246" y="1752767"/>
                <a:ext cx="57591" cy="64827"/>
              </a:xfrm>
              <a:custGeom>
                <a:avLst/>
                <a:gdLst/>
                <a:ahLst/>
                <a:cxnLst/>
                <a:rect l="l" t="t" r="r" b="b"/>
                <a:pathLst>
                  <a:path w="573" h="645" extrusionOk="0">
                    <a:moveTo>
                      <a:pt x="126" y="0"/>
                    </a:moveTo>
                    <a:cubicBezTo>
                      <a:pt x="98" y="0"/>
                      <a:pt x="69" y="4"/>
                      <a:pt x="39" y="11"/>
                    </a:cubicBezTo>
                    <a:cubicBezTo>
                      <a:pt x="0" y="17"/>
                      <a:pt x="10" y="66"/>
                      <a:pt x="45" y="66"/>
                    </a:cubicBezTo>
                    <a:cubicBezTo>
                      <a:pt x="47" y="66"/>
                      <a:pt x="50" y="66"/>
                      <a:pt x="52" y="65"/>
                    </a:cubicBezTo>
                    <a:cubicBezTo>
                      <a:pt x="69" y="62"/>
                      <a:pt x="87" y="60"/>
                      <a:pt x="104" y="60"/>
                    </a:cubicBezTo>
                    <a:cubicBezTo>
                      <a:pt x="226" y="60"/>
                      <a:pt x="335" y="145"/>
                      <a:pt x="365" y="276"/>
                    </a:cubicBezTo>
                    <a:cubicBezTo>
                      <a:pt x="392" y="419"/>
                      <a:pt x="297" y="555"/>
                      <a:pt x="154" y="589"/>
                    </a:cubicBezTo>
                    <a:cubicBezTo>
                      <a:pt x="115" y="589"/>
                      <a:pt x="120" y="644"/>
                      <a:pt x="155" y="644"/>
                    </a:cubicBezTo>
                    <a:cubicBezTo>
                      <a:pt x="157" y="644"/>
                      <a:pt x="159" y="644"/>
                      <a:pt x="161" y="644"/>
                    </a:cubicBezTo>
                    <a:lnTo>
                      <a:pt x="168" y="644"/>
                    </a:lnTo>
                    <a:cubicBezTo>
                      <a:pt x="572" y="574"/>
                      <a:pt x="484" y="0"/>
                      <a:pt x="1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61"/>
              <p:cNvSpPr/>
              <p:nvPr/>
            </p:nvSpPr>
            <p:spPr>
              <a:xfrm>
                <a:off x="6619925" y="1528735"/>
                <a:ext cx="373486" cy="300417"/>
              </a:xfrm>
              <a:custGeom>
                <a:avLst/>
                <a:gdLst/>
                <a:ahLst/>
                <a:cxnLst/>
                <a:rect l="l" t="t" r="r" b="b"/>
                <a:pathLst>
                  <a:path w="3716" h="2989" extrusionOk="0">
                    <a:moveTo>
                      <a:pt x="1841" y="1"/>
                    </a:moveTo>
                    <a:cubicBezTo>
                      <a:pt x="1610" y="1"/>
                      <a:pt x="1374" y="52"/>
                      <a:pt x="1075" y="158"/>
                    </a:cubicBezTo>
                    <a:cubicBezTo>
                      <a:pt x="483" y="369"/>
                      <a:pt x="177" y="804"/>
                      <a:pt x="75" y="1362"/>
                    </a:cubicBezTo>
                    <a:cubicBezTo>
                      <a:pt x="0" y="1913"/>
                      <a:pt x="68" y="2478"/>
                      <a:pt x="293" y="2988"/>
                    </a:cubicBezTo>
                    <a:cubicBezTo>
                      <a:pt x="354" y="2981"/>
                      <a:pt x="409" y="2954"/>
                      <a:pt x="443" y="2907"/>
                    </a:cubicBezTo>
                    <a:cubicBezTo>
                      <a:pt x="477" y="2866"/>
                      <a:pt x="511" y="2832"/>
                      <a:pt x="545" y="2791"/>
                    </a:cubicBezTo>
                    <a:cubicBezTo>
                      <a:pt x="674" y="2702"/>
                      <a:pt x="1089" y="2791"/>
                      <a:pt x="1164" y="2614"/>
                    </a:cubicBezTo>
                    <a:cubicBezTo>
                      <a:pt x="1245" y="2437"/>
                      <a:pt x="919" y="1872"/>
                      <a:pt x="919" y="1872"/>
                    </a:cubicBezTo>
                    <a:cubicBezTo>
                      <a:pt x="919" y="1872"/>
                      <a:pt x="1225" y="1798"/>
                      <a:pt x="1470" y="1328"/>
                    </a:cubicBezTo>
                    <a:cubicBezTo>
                      <a:pt x="1552" y="1172"/>
                      <a:pt x="1531" y="920"/>
                      <a:pt x="1688" y="750"/>
                    </a:cubicBezTo>
                    <a:cubicBezTo>
                      <a:pt x="1858" y="566"/>
                      <a:pt x="2171" y="587"/>
                      <a:pt x="2252" y="321"/>
                    </a:cubicBezTo>
                    <a:cubicBezTo>
                      <a:pt x="2314" y="450"/>
                      <a:pt x="2409" y="553"/>
                      <a:pt x="2531" y="614"/>
                    </a:cubicBezTo>
                    <a:cubicBezTo>
                      <a:pt x="2674" y="682"/>
                      <a:pt x="2838" y="661"/>
                      <a:pt x="2953" y="743"/>
                    </a:cubicBezTo>
                    <a:cubicBezTo>
                      <a:pt x="3069" y="831"/>
                      <a:pt x="3130" y="1056"/>
                      <a:pt x="3348" y="1138"/>
                    </a:cubicBezTo>
                    <a:cubicBezTo>
                      <a:pt x="3413" y="1164"/>
                      <a:pt x="3465" y="1174"/>
                      <a:pt x="3507" y="1174"/>
                    </a:cubicBezTo>
                    <a:cubicBezTo>
                      <a:pt x="3605" y="1174"/>
                      <a:pt x="3644" y="1122"/>
                      <a:pt x="3654" y="1117"/>
                    </a:cubicBezTo>
                    <a:cubicBezTo>
                      <a:pt x="3715" y="1083"/>
                      <a:pt x="3491" y="954"/>
                      <a:pt x="3484" y="879"/>
                    </a:cubicBezTo>
                    <a:cubicBezTo>
                      <a:pt x="3470" y="825"/>
                      <a:pt x="3443" y="777"/>
                      <a:pt x="3409" y="736"/>
                    </a:cubicBezTo>
                    <a:cubicBezTo>
                      <a:pt x="3191" y="464"/>
                      <a:pt x="2892" y="253"/>
                      <a:pt x="2559" y="144"/>
                    </a:cubicBezTo>
                    <a:cubicBezTo>
                      <a:pt x="2289" y="50"/>
                      <a:pt x="2067" y="1"/>
                      <a:pt x="18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61"/>
              <p:cNvSpPr/>
              <p:nvPr/>
            </p:nvSpPr>
            <p:spPr>
              <a:xfrm>
                <a:off x="6626056" y="1767340"/>
                <a:ext cx="99904" cy="95985"/>
              </a:xfrm>
              <a:custGeom>
                <a:avLst/>
                <a:gdLst/>
                <a:ahLst/>
                <a:cxnLst/>
                <a:rect l="l" t="t" r="r" b="b"/>
                <a:pathLst>
                  <a:path w="994" h="955" extrusionOk="0">
                    <a:moveTo>
                      <a:pt x="399" y="0"/>
                    </a:moveTo>
                    <a:cubicBezTo>
                      <a:pt x="320" y="0"/>
                      <a:pt x="246" y="23"/>
                      <a:pt x="184" y="70"/>
                    </a:cubicBezTo>
                    <a:cubicBezTo>
                      <a:pt x="7" y="213"/>
                      <a:pt x="1" y="505"/>
                      <a:pt x="178" y="730"/>
                    </a:cubicBezTo>
                    <a:cubicBezTo>
                      <a:pt x="287" y="875"/>
                      <a:pt x="445" y="954"/>
                      <a:pt x="591" y="954"/>
                    </a:cubicBezTo>
                    <a:cubicBezTo>
                      <a:pt x="671" y="954"/>
                      <a:pt x="747" y="930"/>
                      <a:pt x="810" y="880"/>
                    </a:cubicBezTo>
                    <a:cubicBezTo>
                      <a:pt x="987" y="743"/>
                      <a:pt x="994" y="451"/>
                      <a:pt x="817" y="226"/>
                    </a:cubicBezTo>
                    <a:cubicBezTo>
                      <a:pt x="706" y="80"/>
                      <a:pt x="546" y="0"/>
                      <a:pt x="399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61"/>
              <p:cNvSpPr/>
              <p:nvPr/>
            </p:nvSpPr>
            <p:spPr>
              <a:xfrm>
                <a:off x="6645856" y="1797693"/>
                <a:ext cx="48244" cy="41711"/>
              </a:xfrm>
              <a:custGeom>
                <a:avLst/>
                <a:gdLst/>
                <a:ahLst/>
                <a:cxnLst/>
                <a:rect l="l" t="t" r="r" b="b"/>
                <a:pathLst>
                  <a:path w="480" h="415" extrusionOk="0">
                    <a:moveTo>
                      <a:pt x="178" y="1"/>
                    </a:moveTo>
                    <a:cubicBezTo>
                      <a:pt x="171" y="1"/>
                      <a:pt x="164" y="3"/>
                      <a:pt x="157" y="6"/>
                    </a:cubicBezTo>
                    <a:cubicBezTo>
                      <a:pt x="1" y="149"/>
                      <a:pt x="96" y="407"/>
                      <a:pt x="307" y="414"/>
                    </a:cubicBezTo>
                    <a:cubicBezTo>
                      <a:pt x="362" y="407"/>
                      <a:pt x="416" y="387"/>
                      <a:pt x="464" y="353"/>
                    </a:cubicBezTo>
                    <a:cubicBezTo>
                      <a:pt x="479" y="332"/>
                      <a:pt x="463" y="303"/>
                      <a:pt x="442" y="303"/>
                    </a:cubicBezTo>
                    <a:cubicBezTo>
                      <a:pt x="436" y="303"/>
                      <a:pt x="429" y="306"/>
                      <a:pt x="423" y="312"/>
                    </a:cubicBezTo>
                    <a:cubicBezTo>
                      <a:pt x="387" y="343"/>
                      <a:pt x="349" y="357"/>
                      <a:pt x="313" y="357"/>
                    </a:cubicBezTo>
                    <a:cubicBezTo>
                      <a:pt x="174" y="357"/>
                      <a:pt x="58" y="165"/>
                      <a:pt x="198" y="47"/>
                    </a:cubicBezTo>
                    <a:cubicBezTo>
                      <a:pt x="205" y="33"/>
                      <a:pt x="205" y="20"/>
                      <a:pt x="198" y="6"/>
                    </a:cubicBezTo>
                    <a:cubicBezTo>
                      <a:pt x="191" y="3"/>
                      <a:pt x="185" y="1"/>
                      <a:pt x="1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61"/>
              <p:cNvSpPr/>
              <p:nvPr/>
            </p:nvSpPr>
            <p:spPr>
              <a:xfrm>
                <a:off x="6805864" y="1734474"/>
                <a:ext cx="30253" cy="4161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414" extrusionOk="0">
                    <a:moveTo>
                      <a:pt x="111" y="1"/>
                    </a:moveTo>
                    <a:cubicBezTo>
                      <a:pt x="106" y="1"/>
                      <a:pt x="101" y="1"/>
                      <a:pt x="96" y="2"/>
                    </a:cubicBezTo>
                    <a:cubicBezTo>
                      <a:pt x="28" y="23"/>
                      <a:pt x="1" y="132"/>
                      <a:pt x="28" y="240"/>
                    </a:cubicBezTo>
                    <a:cubicBezTo>
                      <a:pt x="53" y="338"/>
                      <a:pt x="126" y="414"/>
                      <a:pt x="185" y="414"/>
                    </a:cubicBezTo>
                    <a:cubicBezTo>
                      <a:pt x="192" y="414"/>
                      <a:pt x="199" y="413"/>
                      <a:pt x="205" y="411"/>
                    </a:cubicBezTo>
                    <a:cubicBezTo>
                      <a:pt x="273" y="390"/>
                      <a:pt x="300" y="288"/>
                      <a:pt x="273" y="172"/>
                    </a:cubicBezTo>
                    <a:cubicBezTo>
                      <a:pt x="242" y="72"/>
                      <a:pt x="170" y="1"/>
                      <a:pt x="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61"/>
              <p:cNvSpPr/>
              <p:nvPr/>
            </p:nvSpPr>
            <p:spPr>
              <a:xfrm>
                <a:off x="6920141" y="1703518"/>
                <a:ext cx="30856" cy="41108"/>
              </a:xfrm>
              <a:custGeom>
                <a:avLst/>
                <a:gdLst/>
                <a:ahLst/>
                <a:cxnLst/>
                <a:rect l="l" t="t" r="r" b="b"/>
                <a:pathLst>
                  <a:path w="307" h="409" extrusionOk="0">
                    <a:moveTo>
                      <a:pt x="123" y="1"/>
                    </a:moveTo>
                    <a:cubicBezTo>
                      <a:pt x="116" y="1"/>
                      <a:pt x="109" y="2"/>
                      <a:pt x="102" y="4"/>
                    </a:cubicBezTo>
                    <a:cubicBezTo>
                      <a:pt x="34" y="18"/>
                      <a:pt x="0" y="127"/>
                      <a:pt x="34" y="235"/>
                    </a:cubicBezTo>
                    <a:cubicBezTo>
                      <a:pt x="64" y="338"/>
                      <a:pt x="132" y="409"/>
                      <a:pt x="190" y="409"/>
                    </a:cubicBezTo>
                    <a:cubicBezTo>
                      <a:pt x="197" y="409"/>
                      <a:pt x="204" y="408"/>
                      <a:pt x="211" y="406"/>
                    </a:cubicBezTo>
                    <a:cubicBezTo>
                      <a:pt x="279" y="392"/>
                      <a:pt x="306" y="283"/>
                      <a:pt x="279" y="174"/>
                    </a:cubicBezTo>
                    <a:cubicBezTo>
                      <a:pt x="249" y="71"/>
                      <a:pt x="181" y="1"/>
                      <a:pt x="1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61"/>
              <p:cNvSpPr/>
              <p:nvPr/>
            </p:nvSpPr>
            <p:spPr>
              <a:xfrm>
                <a:off x="6578918" y="1531550"/>
                <a:ext cx="88246" cy="119101"/>
              </a:xfrm>
              <a:custGeom>
                <a:avLst/>
                <a:gdLst/>
                <a:ahLst/>
                <a:cxnLst/>
                <a:rect l="l" t="t" r="r" b="b"/>
                <a:pathLst>
                  <a:path w="878" h="1185" extrusionOk="0">
                    <a:moveTo>
                      <a:pt x="851" y="1"/>
                    </a:moveTo>
                    <a:cubicBezTo>
                      <a:pt x="681" y="14"/>
                      <a:pt x="517" y="144"/>
                      <a:pt x="415" y="348"/>
                    </a:cubicBezTo>
                    <a:cubicBezTo>
                      <a:pt x="381" y="422"/>
                      <a:pt x="347" y="497"/>
                      <a:pt x="327" y="572"/>
                    </a:cubicBezTo>
                    <a:cubicBezTo>
                      <a:pt x="320" y="606"/>
                      <a:pt x="313" y="640"/>
                      <a:pt x="306" y="674"/>
                    </a:cubicBezTo>
                    <a:cubicBezTo>
                      <a:pt x="293" y="735"/>
                      <a:pt x="279" y="790"/>
                      <a:pt x="259" y="851"/>
                    </a:cubicBezTo>
                    <a:cubicBezTo>
                      <a:pt x="211" y="967"/>
                      <a:pt x="129" y="1069"/>
                      <a:pt x="21" y="1130"/>
                    </a:cubicBezTo>
                    <a:cubicBezTo>
                      <a:pt x="0" y="1150"/>
                      <a:pt x="7" y="1184"/>
                      <a:pt x="41" y="1184"/>
                    </a:cubicBezTo>
                    <a:lnTo>
                      <a:pt x="55" y="1184"/>
                    </a:lnTo>
                    <a:cubicBezTo>
                      <a:pt x="170" y="1110"/>
                      <a:pt x="266" y="1001"/>
                      <a:pt x="313" y="872"/>
                    </a:cubicBezTo>
                    <a:cubicBezTo>
                      <a:pt x="334" y="810"/>
                      <a:pt x="354" y="749"/>
                      <a:pt x="361" y="681"/>
                    </a:cubicBezTo>
                    <a:cubicBezTo>
                      <a:pt x="368" y="654"/>
                      <a:pt x="374" y="620"/>
                      <a:pt x="388" y="586"/>
                    </a:cubicBezTo>
                    <a:cubicBezTo>
                      <a:pt x="408" y="511"/>
                      <a:pt x="429" y="443"/>
                      <a:pt x="463" y="375"/>
                    </a:cubicBezTo>
                    <a:cubicBezTo>
                      <a:pt x="558" y="184"/>
                      <a:pt x="701" y="69"/>
                      <a:pt x="851" y="55"/>
                    </a:cubicBezTo>
                    <a:cubicBezTo>
                      <a:pt x="871" y="55"/>
                      <a:pt x="878" y="41"/>
                      <a:pt x="878" y="28"/>
                    </a:cubicBezTo>
                    <a:cubicBezTo>
                      <a:pt x="878" y="14"/>
                      <a:pt x="864" y="1"/>
                      <a:pt x="8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61"/>
              <p:cNvSpPr/>
              <p:nvPr/>
            </p:nvSpPr>
            <p:spPr>
              <a:xfrm>
                <a:off x="6619925" y="1652058"/>
                <a:ext cx="56887" cy="52565"/>
              </a:xfrm>
              <a:custGeom>
                <a:avLst/>
                <a:gdLst/>
                <a:ahLst/>
                <a:cxnLst/>
                <a:rect l="l" t="t" r="r" b="b"/>
                <a:pathLst>
                  <a:path w="566" h="523" extrusionOk="0">
                    <a:moveTo>
                      <a:pt x="526" y="1"/>
                    </a:moveTo>
                    <a:cubicBezTo>
                      <a:pt x="517" y="1"/>
                      <a:pt x="508" y="6"/>
                      <a:pt x="504" y="20"/>
                    </a:cubicBezTo>
                    <a:cubicBezTo>
                      <a:pt x="395" y="210"/>
                      <a:pt x="225" y="366"/>
                      <a:pt x="28" y="469"/>
                    </a:cubicBezTo>
                    <a:cubicBezTo>
                      <a:pt x="0" y="482"/>
                      <a:pt x="7" y="523"/>
                      <a:pt x="41" y="523"/>
                    </a:cubicBezTo>
                    <a:cubicBezTo>
                      <a:pt x="48" y="523"/>
                      <a:pt x="48" y="523"/>
                      <a:pt x="55" y="516"/>
                    </a:cubicBezTo>
                    <a:cubicBezTo>
                      <a:pt x="266" y="414"/>
                      <a:pt x="436" y="251"/>
                      <a:pt x="552" y="47"/>
                    </a:cubicBezTo>
                    <a:cubicBezTo>
                      <a:pt x="565" y="24"/>
                      <a:pt x="545" y="1"/>
                      <a:pt x="5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61"/>
              <p:cNvSpPr/>
              <p:nvPr/>
            </p:nvSpPr>
            <p:spPr>
              <a:xfrm>
                <a:off x="6833303" y="1471949"/>
                <a:ext cx="78697" cy="26232"/>
              </a:xfrm>
              <a:custGeom>
                <a:avLst/>
                <a:gdLst/>
                <a:ahLst/>
                <a:cxnLst/>
                <a:rect l="l" t="t" r="r" b="b"/>
                <a:pathLst>
                  <a:path w="783" h="261" extrusionOk="0">
                    <a:moveTo>
                      <a:pt x="282" y="0"/>
                    </a:moveTo>
                    <a:cubicBezTo>
                      <a:pt x="194" y="0"/>
                      <a:pt x="105" y="18"/>
                      <a:pt x="21" y="56"/>
                    </a:cubicBezTo>
                    <a:cubicBezTo>
                      <a:pt x="7" y="63"/>
                      <a:pt x="0" y="77"/>
                      <a:pt x="7" y="90"/>
                    </a:cubicBezTo>
                    <a:cubicBezTo>
                      <a:pt x="12" y="100"/>
                      <a:pt x="21" y="106"/>
                      <a:pt x="30" y="106"/>
                    </a:cubicBezTo>
                    <a:cubicBezTo>
                      <a:pt x="34" y="106"/>
                      <a:pt x="37" y="106"/>
                      <a:pt x="41" y="104"/>
                    </a:cubicBezTo>
                    <a:cubicBezTo>
                      <a:pt x="118" y="71"/>
                      <a:pt x="199" y="55"/>
                      <a:pt x="280" y="55"/>
                    </a:cubicBezTo>
                    <a:cubicBezTo>
                      <a:pt x="448" y="55"/>
                      <a:pt x="613" y="125"/>
                      <a:pt x="728" y="253"/>
                    </a:cubicBezTo>
                    <a:cubicBezTo>
                      <a:pt x="735" y="260"/>
                      <a:pt x="742" y="260"/>
                      <a:pt x="749" y="260"/>
                    </a:cubicBezTo>
                    <a:cubicBezTo>
                      <a:pt x="755" y="260"/>
                      <a:pt x="762" y="260"/>
                      <a:pt x="769" y="253"/>
                    </a:cubicBezTo>
                    <a:cubicBezTo>
                      <a:pt x="783" y="247"/>
                      <a:pt x="783" y="226"/>
                      <a:pt x="769" y="219"/>
                    </a:cubicBezTo>
                    <a:cubicBezTo>
                      <a:pt x="641" y="77"/>
                      <a:pt x="463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61"/>
              <p:cNvSpPr/>
              <p:nvPr/>
            </p:nvSpPr>
            <p:spPr>
              <a:xfrm>
                <a:off x="6950897" y="1590145"/>
                <a:ext cx="46334" cy="39399"/>
              </a:xfrm>
              <a:custGeom>
                <a:avLst/>
                <a:gdLst/>
                <a:ahLst/>
                <a:cxnLst/>
                <a:rect l="l" t="t" r="r" b="b"/>
                <a:pathLst>
                  <a:path w="461" h="392" extrusionOk="0">
                    <a:moveTo>
                      <a:pt x="33" y="0"/>
                    </a:moveTo>
                    <a:cubicBezTo>
                      <a:pt x="29" y="0"/>
                      <a:pt x="24" y="1"/>
                      <a:pt x="21" y="3"/>
                    </a:cubicBezTo>
                    <a:cubicBezTo>
                      <a:pt x="7" y="10"/>
                      <a:pt x="0" y="30"/>
                      <a:pt x="14" y="44"/>
                    </a:cubicBezTo>
                    <a:cubicBezTo>
                      <a:pt x="96" y="207"/>
                      <a:pt x="238" y="329"/>
                      <a:pt x="415" y="391"/>
                    </a:cubicBezTo>
                    <a:lnTo>
                      <a:pt x="422" y="391"/>
                    </a:lnTo>
                    <a:cubicBezTo>
                      <a:pt x="424" y="391"/>
                      <a:pt x="426" y="391"/>
                      <a:pt x="428" y="391"/>
                    </a:cubicBezTo>
                    <a:cubicBezTo>
                      <a:pt x="457" y="391"/>
                      <a:pt x="461" y="343"/>
                      <a:pt x="429" y="336"/>
                    </a:cubicBezTo>
                    <a:cubicBezTo>
                      <a:pt x="272" y="282"/>
                      <a:pt x="136" y="166"/>
                      <a:pt x="62" y="16"/>
                    </a:cubicBezTo>
                    <a:cubicBezTo>
                      <a:pt x="57" y="6"/>
                      <a:pt x="44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61"/>
              <p:cNvSpPr/>
              <p:nvPr/>
            </p:nvSpPr>
            <p:spPr>
              <a:xfrm>
                <a:off x="6751188" y="1531348"/>
                <a:ext cx="41108" cy="29750"/>
              </a:xfrm>
              <a:custGeom>
                <a:avLst/>
                <a:gdLst/>
                <a:ahLst/>
                <a:cxnLst/>
                <a:rect l="l" t="t" r="r" b="b"/>
                <a:pathLst>
                  <a:path w="409" h="296" extrusionOk="0">
                    <a:moveTo>
                      <a:pt x="377" y="0"/>
                    </a:moveTo>
                    <a:cubicBezTo>
                      <a:pt x="366" y="0"/>
                      <a:pt x="354" y="8"/>
                      <a:pt x="354" y="23"/>
                    </a:cubicBezTo>
                    <a:cubicBezTo>
                      <a:pt x="341" y="57"/>
                      <a:pt x="320" y="98"/>
                      <a:pt x="300" y="132"/>
                    </a:cubicBezTo>
                    <a:cubicBezTo>
                      <a:pt x="225" y="200"/>
                      <a:pt x="130" y="241"/>
                      <a:pt x="28" y="241"/>
                    </a:cubicBezTo>
                    <a:cubicBezTo>
                      <a:pt x="14" y="248"/>
                      <a:pt x="1" y="261"/>
                      <a:pt x="8" y="275"/>
                    </a:cubicBezTo>
                    <a:cubicBezTo>
                      <a:pt x="8" y="288"/>
                      <a:pt x="14" y="295"/>
                      <a:pt x="35" y="295"/>
                    </a:cubicBezTo>
                    <a:cubicBezTo>
                      <a:pt x="150" y="295"/>
                      <a:pt x="259" y="248"/>
                      <a:pt x="341" y="166"/>
                    </a:cubicBezTo>
                    <a:cubicBezTo>
                      <a:pt x="375" y="125"/>
                      <a:pt x="395" y="84"/>
                      <a:pt x="409" y="37"/>
                    </a:cubicBezTo>
                    <a:cubicBezTo>
                      <a:pt x="409" y="23"/>
                      <a:pt x="402" y="3"/>
                      <a:pt x="389" y="3"/>
                    </a:cubicBezTo>
                    <a:cubicBezTo>
                      <a:pt x="385" y="1"/>
                      <a:pt x="381" y="0"/>
                      <a:pt x="3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61"/>
              <p:cNvSpPr/>
              <p:nvPr/>
            </p:nvSpPr>
            <p:spPr>
              <a:xfrm>
                <a:off x="6448962" y="1989060"/>
                <a:ext cx="776219" cy="986682"/>
              </a:xfrm>
              <a:custGeom>
                <a:avLst/>
                <a:gdLst/>
                <a:ahLst/>
                <a:cxnLst/>
                <a:rect l="l" t="t" r="r" b="b"/>
                <a:pathLst>
                  <a:path w="7723" h="9817" extrusionOk="0">
                    <a:moveTo>
                      <a:pt x="5994" y="0"/>
                    </a:moveTo>
                    <a:lnTo>
                      <a:pt x="5110" y="660"/>
                    </a:lnTo>
                    <a:cubicBezTo>
                      <a:pt x="4989" y="959"/>
                      <a:pt x="4651" y="1068"/>
                      <a:pt x="4256" y="1068"/>
                    </a:cubicBezTo>
                    <a:cubicBezTo>
                      <a:pt x="3744" y="1068"/>
                      <a:pt x="3137" y="885"/>
                      <a:pt x="2783" y="701"/>
                    </a:cubicBezTo>
                    <a:lnTo>
                      <a:pt x="1858" y="905"/>
                    </a:lnTo>
                    <a:lnTo>
                      <a:pt x="756" y="3150"/>
                    </a:lnTo>
                    <a:cubicBezTo>
                      <a:pt x="756" y="3150"/>
                      <a:pt x="1" y="9199"/>
                      <a:pt x="463" y="9593"/>
                    </a:cubicBezTo>
                    <a:cubicBezTo>
                      <a:pt x="620" y="9736"/>
                      <a:pt x="1708" y="9757"/>
                      <a:pt x="2661" y="9811"/>
                    </a:cubicBezTo>
                    <a:cubicBezTo>
                      <a:pt x="2728" y="9815"/>
                      <a:pt x="2797" y="9817"/>
                      <a:pt x="2868" y="9817"/>
                    </a:cubicBezTo>
                    <a:cubicBezTo>
                      <a:pt x="3558" y="9817"/>
                      <a:pt x="4405" y="9653"/>
                      <a:pt x="5096" y="9634"/>
                    </a:cubicBezTo>
                    <a:cubicBezTo>
                      <a:pt x="5333" y="9627"/>
                      <a:pt x="5558" y="9626"/>
                      <a:pt x="5767" y="9626"/>
                    </a:cubicBezTo>
                    <a:cubicBezTo>
                      <a:pt x="5960" y="9626"/>
                      <a:pt x="6139" y="9627"/>
                      <a:pt x="6303" y="9627"/>
                    </a:cubicBezTo>
                    <a:cubicBezTo>
                      <a:pt x="6850" y="9627"/>
                      <a:pt x="7221" y="9612"/>
                      <a:pt x="7321" y="9478"/>
                    </a:cubicBezTo>
                    <a:cubicBezTo>
                      <a:pt x="7723" y="8947"/>
                      <a:pt x="6607" y="4293"/>
                      <a:pt x="6947" y="2824"/>
                    </a:cubicBezTo>
                    <a:lnTo>
                      <a:pt x="59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61"/>
              <p:cNvSpPr/>
              <p:nvPr/>
            </p:nvSpPr>
            <p:spPr>
              <a:xfrm>
                <a:off x="6771692" y="2224850"/>
                <a:ext cx="289361" cy="278707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2773" extrusionOk="0">
                    <a:moveTo>
                      <a:pt x="1332" y="0"/>
                    </a:moveTo>
                    <a:cubicBezTo>
                      <a:pt x="1271" y="0"/>
                      <a:pt x="1209" y="32"/>
                      <a:pt x="1178" y="90"/>
                    </a:cubicBezTo>
                    <a:lnTo>
                      <a:pt x="844" y="695"/>
                    </a:lnTo>
                    <a:cubicBezTo>
                      <a:pt x="824" y="729"/>
                      <a:pt x="797" y="757"/>
                      <a:pt x="763" y="770"/>
                    </a:cubicBezTo>
                    <a:lnTo>
                      <a:pt x="137" y="1056"/>
                    </a:lnTo>
                    <a:cubicBezTo>
                      <a:pt x="28" y="1110"/>
                      <a:pt x="1" y="1247"/>
                      <a:pt x="82" y="1335"/>
                    </a:cubicBezTo>
                    <a:lnTo>
                      <a:pt x="559" y="1838"/>
                    </a:lnTo>
                    <a:cubicBezTo>
                      <a:pt x="579" y="1866"/>
                      <a:pt x="600" y="1900"/>
                      <a:pt x="600" y="1940"/>
                    </a:cubicBezTo>
                    <a:lnTo>
                      <a:pt x="681" y="2621"/>
                    </a:lnTo>
                    <a:cubicBezTo>
                      <a:pt x="692" y="2711"/>
                      <a:pt x="773" y="2772"/>
                      <a:pt x="859" y="2772"/>
                    </a:cubicBezTo>
                    <a:cubicBezTo>
                      <a:pt x="884" y="2772"/>
                      <a:pt x="909" y="2767"/>
                      <a:pt x="933" y="2757"/>
                    </a:cubicBezTo>
                    <a:lnTo>
                      <a:pt x="1552" y="2464"/>
                    </a:lnTo>
                    <a:cubicBezTo>
                      <a:pt x="1574" y="2451"/>
                      <a:pt x="1598" y="2447"/>
                      <a:pt x="1621" y="2447"/>
                    </a:cubicBezTo>
                    <a:cubicBezTo>
                      <a:pt x="1635" y="2447"/>
                      <a:pt x="1648" y="2448"/>
                      <a:pt x="1661" y="2451"/>
                    </a:cubicBezTo>
                    <a:lnTo>
                      <a:pt x="2334" y="2587"/>
                    </a:lnTo>
                    <a:cubicBezTo>
                      <a:pt x="2346" y="2589"/>
                      <a:pt x="2357" y="2590"/>
                      <a:pt x="2367" y="2590"/>
                    </a:cubicBezTo>
                    <a:cubicBezTo>
                      <a:pt x="2475" y="2590"/>
                      <a:pt x="2558" y="2501"/>
                      <a:pt x="2545" y="2390"/>
                    </a:cubicBezTo>
                    <a:lnTo>
                      <a:pt x="2464" y="1709"/>
                    </a:lnTo>
                    <a:cubicBezTo>
                      <a:pt x="2457" y="1675"/>
                      <a:pt x="2464" y="1634"/>
                      <a:pt x="2484" y="1600"/>
                    </a:cubicBezTo>
                    <a:lnTo>
                      <a:pt x="2824" y="1002"/>
                    </a:lnTo>
                    <a:cubicBezTo>
                      <a:pt x="2879" y="900"/>
                      <a:pt x="2817" y="770"/>
                      <a:pt x="2702" y="750"/>
                    </a:cubicBezTo>
                    <a:lnTo>
                      <a:pt x="2021" y="621"/>
                    </a:lnTo>
                    <a:cubicBezTo>
                      <a:pt x="1987" y="614"/>
                      <a:pt x="1953" y="593"/>
                      <a:pt x="1926" y="566"/>
                    </a:cubicBezTo>
                    <a:lnTo>
                      <a:pt x="1457" y="56"/>
                    </a:lnTo>
                    <a:cubicBezTo>
                      <a:pt x="1425" y="18"/>
                      <a:pt x="1379" y="0"/>
                      <a:pt x="13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61"/>
              <p:cNvSpPr/>
              <p:nvPr/>
            </p:nvSpPr>
            <p:spPr>
              <a:xfrm>
                <a:off x="6211664" y="2080019"/>
                <a:ext cx="424041" cy="866676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8623" extrusionOk="0">
                    <a:moveTo>
                      <a:pt x="4219" y="0"/>
                    </a:moveTo>
                    <a:cubicBezTo>
                      <a:pt x="4219" y="0"/>
                      <a:pt x="3450" y="211"/>
                      <a:pt x="3035" y="524"/>
                    </a:cubicBezTo>
                    <a:cubicBezTo>
                      <a:pt x="2654" y="817"/>
                      <a:pt x="1021" y="4831"/>
                      <a:pt x="375" y="6566"/>
                    </a:cubicBezTo>
                    <a:cubicBezTo>
                      <a:pt x="307" y="6742"/>
                      <a:pt x="218" y="7171"/>
                      <a:pt x="218" y="7171"/>
                    </a:cubicBezTo>
                    <a:cubicBezTo>
                      <a:pt x="218" y="7171"/>
                      <a:pt x="1" y="7430"/>
                      <a:pt x="28" y="7702"/>
                    </a:cubicBezTo>
                    <a:cubicBezTo>
                      <a:pt x="41" y="7847"/>
                      <a:pt x="1202" y="8623"/>
                      <a:pt x="1362" y="8623"/>
                    </a:cubicBezTo>
                    <a:cubicBezTo>
                      <a:pt x="1368" y="8623"/>
                      <a:pt x="1372" y="8622"/>
                      <a:pt x="1375" y="8620"/>
                    </a:cubicBezTo>
                    <a:cubicBezTo>
                      <a:pt x="1593" y="8491"/>
                      <a:pt x="1606" y="8035"/>
                      <a:pt x="1606" y="8035"/>
                    </a:cubicBezTo>
                    <a:cubicBezTo>
                      <a:pt x="1742" y="7838"/>
                      <a:pt x="1878" y="7640"/>
                      <a:pt x="1994" y="7430"/>
                    </a:cubicBezTo>
                    <a:cubicBezTo>
                      <a:pt x="2123" y="7185"/>
                      <a:pt x="3579" y="3313"/>
                      <a:pt x="3579" y="3313"/>
                    </a:cubicBezTo>
                    <a:lnTo>
                      <a:pt x="42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61"/>
              <p:cNvSpPr/>
              <p:nvPr/>
            </p:nvSpPr>
            <p:spPr>
              <a:xfrm>
                <a:off x="7052108" y="1529439"/>
                <a:ext cx="660636" cy="944469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9397" extrusionOk="0">
                    <a:moveTo>
                      <a:pt x="5189" y="1"/>
                    </a:moveTo>
                    <a:cubicBezTo>
                      <a:pt x="5171" y="1"/>
                      <a:pt x="5156" y="3"/>
                      <a:pt x="5144" y="8"/>
                    </a:cubicBezTo>
                    <a:cubicBezTo>
                      <a:pt x="4933" y="83"/>
                      <a:pt x="4470" y="886"/>
                      <a:pt x="4470" y="886"/>
                    </a:cubicBezTo>
                    <a:cubicBezTo>
                      <a:pt x="4259" y="1056"/>
                      <a:pt x="4069" y="1260"/>
                      <a:pt x="3906" y="1478"/>
                    </a:cubicBezTo>
                    <a:cubicBezTo>
                      <a:pt x="3824" y="1607"/>
                      <a:pt x="2729" y="2981"/>
                      <a:pt x="2729" y="2981"/>
                    </a:cubicBezTo>
                    <a:lnTo>
                      <a:pt x="0" y="4573"/>
                    </a:lnTo>
                    <a:lnTo>
                      <a:pt x="653" y="9397"/>
                    </a:lnTo>
                    <a:cubicBezTo>
                      <a:pt x="653" y="9397"/>
                      <a:pt x="987" y="7614"/>
                      <a:pt x="1347" y="7172"/>
                    </a:cubicBezTo>
                    <a:cubicBezTo>
                      <a:pt x="1701" y="6723"/>
                      <a:pt x="3919" y="5424"/>
                      <a:pt x="4341" y="5043"/>
                    </a:cubicBezTo>
                    <a:cubicBezTo>
                      <a:pt x="4770" y="4655"/>
                      <a:pt x="5906" y="2525"/>
                      <a:pt x="5974" y="2362"/>
                    </a:cubicBezTo>
                    <a:cubicBezTo>
                      <a:pt x="6069" y="2110"/>
                      <a:pt x="6130" y="1852"/>
                      <a:pt x="6144" y="1580"/>
                    </a:cubicBezTo>
                    <a:cubicBezTo>
                      <a:pt x="6144" y="1580"/>
                      <a:pt x="6573" y="933"/>
                      <a:pt x="6511" y="756"/>
                    </a:cubicBezTo>
                    <a:cubicBezTo>
                      <a:pt x="6454" y="584"/>
                      <a:pt x="5474" y="1"/>
                      <a:pt x="51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61"/>
              <p:cNvSpPr/>
              <p:nvPr/>
            </p:nvSpPr>
            <p:spPr>
              <a:xfrm>
                <a:off x="6706060" y="2051274"/>
                <a:ext cx="260616" cy="74577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742" extrusionOk="0">
                    <a:moveTo>
                      <a:pt x="2552" y="0"/>
                    </a:moveTo>
                    <a:cubicBezTo>
                      <a:pt x="2532" y="0"/>
                      <a:pt x="2518" y="21"/>
                      <a:pt x="2518" y="41"/>
                    </a:cubicBezTo>
                    <a:cubicBezTo>
                      <a:pt x="2511" y="198"/>
                      <a:pt x="2443" y="347"/>
                      <a:pt x="2327" y="463"/>
                    </a:cubicBezTo>
                    <a:cubicBezTo>
                      <a:pt x="2197" y="594"/>
                      <a:pt x="1991" y="662"/>
                      <a:pt x="1728" y="662"/>
                    </a:cubicBezTo>
                    <a:cubicBezTo>
                      <a:pt x="1704" y="662"/>
                      <a:pt x="1679" y="661"/>
                      <a:pt x="1654" y="660"/>
                    </a:cubicBezTo>
                    <a:cubicBezTo>
                      <a:pt x="1089" y="647"/>
                      <a:pt x="538" y="477"/>
                      <a:pt x="69" y="170"/>
                    </a:cubicBezTo>
                    <a:cubicBezTo>
                      <a:pt x="61" y="165"/>
                      <a:pt x="52" y="163"/>
                      <a:pt x="44" y="163"/>
                    </a:cubicBezTo>
                    <a:cubicBezTo>
                      <a:pt x="30" y="163"/>
                      <a:pt x="18" y="169"/>
                      <a:pt x="14" y="177"/>
                    </a:cubicBezTo>
                    <a:cubicBezTo>
                      <a:pt x="1" y="198"/>
                      <a:pt x="1" y="218"/>
                      <a:pt x="21" y="232"/>
                    </a:cubicBezTo>
                    <a:cubicBezTo>
                      <a:pt x="48" y="252"/>
                      <a:pt x="661" y="701"/>
                      <a:pt x="1654" y="742"/>
                    </a:cubicBezTo>
                    <a:lnTo>
                      <a:pt x="1715" y="742"/>
                    </a:lnTo>
                    <a:cubicBezTo>
                      <a:pt x="2008" y="742"/>
                      <a:pt x="2232" y="660"/>
                      <a:pt x="2389" y="517"/>
                    </a:cubicBezTo>
                    <a:cubicBezTo>
                      <a:pt x="2511" y="388"/>
                      <a:pt x="2586" y="218"/>
                      <a:pt x="2593" y="41"/>
                    </a:cubicBezTo>
                    <a:cubicBezTo>
                      <a:pt x="2593" y="14"/>
                      <a:pt x="2572" y="0"/>
                      <a:pt x="25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61"/>
              <p:cNvSpPr/>
              <p:nvPr/>
            </p:nvSpPr>
            <p:spPr>
              <a:xfrm>
                <a:off x="7514442" y="1623313"/>
                <a:ext cx="151766" cy="64928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646" extrusionOk="0">
                    <a:moveTo>
                      <a:pt x="60" y="0"/>
                    </a:moveTo>
                    <a:cubicBezTo>
                      <a:pt x="23" y="0"/>
                      <a:pt x="1" y="57"/>
                      <a:pt x="47" y="74"/>
                    </a:cubicBezTo>
                    <a:cubicBezTo>
                      <a:pt x="707" y="380"/>
                      <a:pt x="1442" y="646"/>
                      <a:pt x="1449" y="646"/>
                    </a:cubicBezTo>
                    <a:lnTo>
                      <a:pt x="1462" y="646"/>
                    </a:lnTo>
                    <a:cubicBezTo>
                      <a:pt x="1476" y="646"/>
                      <a:pt x="1496" y="639"/>
                      <a:pt x="1503" y="618"/>
                    </a:cubicBezTo>
                    <a:cubicBezTo>
                      <a:pt x="1510" y="598"/>
                      <a:pt x="1496" y="578"/>
                      <a:pt x="1476" y="571"/>
                    </a:cubicBezTo>
                    <a:cubicBezTo>
                      <a:pt x="1469" y="571"/>
                      <a:pt x="734" y="312"/>
                      <a:pt x="81" y="6"/>
                    </a:cubicBezTo>
                    <a:cubicBezTo>
                      <a:pt x="74" y="2"/>
                      <a:pt x="67" y="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61"/>
              <p:cNvSpPr/>
              <p:nvPr/>
            </p:nvSpPr>
            <p:spPr>
              <a:xfrm>
                <a:off x="7331920" y="1835082"/>
                <a:ext cx="31358" cy="9658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961" extrusionOk="0">
                    <a:moveTo>
                      <a:pt x="53" y="0"/>
                    </a:moveTo>
                    <a:cubicBezTo>
                      <a:pt x="26" y="0"/>
                      <a:pt x="1" y="28"/>
                      <a:pt x="19" y="56"/>
                    </a:cubicBezTo>
                    <a:cubicBezTo>
                      <a:pt x="74" y="151"/>
                      <a:pt x="128" y="246"/>
                      <a:pt x="183" y="342"/>
                    </a:cubicBezTo>
                    <a:cubicBezTo>
                      <a:pt x="155" y="328"/>
                      <a:pt x="135" y="314"/>
                      <a:pt x="108" y="308"/>
                    </a:cubicBezTo>
                    <a:cubicBezTo>
                      <a:pt x="101" y="304"/>
                      <a:pt x="94" y="303"/>
                      <a:pt x="88" y="303"/>
                    </a:cubicBezTo>
                    <a:cubicBezTo>
                      <a:pt x="82" y="303"/>
                      <a:pt x="77" y="304"/>
                      <a:pt x="74" y="308"/>
                    </a:cubicBezTo>
                    <a:cubicBezTo>
                      <a:pt x="60" y="314"/>
                      <a:pt x="53" y="321"/>
                      <a:pt x="53" y="335"/>
                    </a:cubicBezTo>
                    <a:cubicBezTo>
                      <a:pt x="40" y="532"/>
                      <a:pt x="53" y="729"/>
                      <a:pt x="81" y="927"/>
                    </a:cubicBezTo>
                    <a:cubicBezTo>
                      <a:pt x="81" y="947"/>
                      <a:pt x="101" y="961"/>
                      <a:pt x="121" y="961"/>
                    </a:cubicBezTo>
                    <a:cubicBezTo>
                      <a:pt x="149" y="961"/>
                      <a:pt x="162" y="940"/>
                      <a:pt x="155" y="920"/>
                    </a:cubicBezTo>
                    <a:cubicBezTo>
                      <a:pt x="135" y="750"/>
                      <a:pt x="121" y="573"/>
                      <a:pt x="128" y="403"/>
                    </a:cubicBezTo>
                    <a:lnTo>
                      <a:pt x="128" y="403"/>
                    </a:lnTo>
                    <a:cubicBezTo>
                      <a:pt x="169" y="423"/>
                      <a:pt x="203" y="444"/>
                      <a:pt x="244" y="471"/>
                    </a:cubicBezTo>
                    <a:cubicBezTo>
                      <a:pt x="251" y="478"/>
                      <a:pt x="264" y="478"/>
                      <a:pt x="278" y="478"/>
                    </a:cubicBezTo>
                    <a:cubicBezTo>
                      <a:pt x="285" y="471"/>
                      <a:pt x="298" y="464"/>
                      <a:pt x="298" y="457"/>
                    </a:cubicBezTo>
                    <a:cubicBezTo>
                      <a:pt x="312" y="430"/>
                      <a:pt x="305" y="403"/>
                      <a:pt x="291" y="382"/>
                    </a:cubicBezTo>
                    <a:cubicBezTo>
                      <a:pt x="230" y="260"/>
                      <a:pt x="162" y="138"/>
                      <a:pt x="87" y="22"/>
                    </a:cubicBezTo>
                    <a:cubicBezTo>
                      <a:pt x="79" y="7"/>
                      <a:pt x="66" y="0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61"/>
              <p:cNvSpPr/>
              <p:nvPr/>
            </p:nvSpPr>
            <p:spPr>
              <a:xfrm>
                <a:off x="7171711" y="2133589"/>
                <a:ext cx="51058" cy="130459"/>
              </a:xfrm>
              <a:custGeom>
                <a:avLst/>
                <a:gdLst/>
                <a:ahLst/>
                <a:cxnLst/>
                <a:rect l="l" t="t" r="r" b="b"/>
                <a:pathLst>
                  <a:path w="508" h="1298" extrusionOk="0">
                    <a:moveTo>
                      <a:pt x="456" y="0"/>
                    </a:moveTo>
                    <a:cubicBezTo>
                      <a:pt x="442" y="0"/>
                      <a:pt x="428" y="8"/>
                      <a:pt x="423" y="25"/>
                    </a:cubicBezTo>
                    <a:cubicBezTo>
                      <a:pt x="416" y="32"/>
                      <a:pt x="171" y="705"/>
                      <a:pt x="8" y="1250"/>
                    </a:cubicBezTo>
                    <a:cubicBezTo>
                      <a:pt x="1" y="1270"/>
                      <a:pt x="15" y="1290"/>
                      <a:pt x="35" y="1297"/>
                    </a:cubicBezTo>
                    <a:lnTo>
                      <a:pt x="49" y="1297"/>
                    </a:lnTo>
                    <a:cubicBezTo>
                      <a:pt x="62" y="1297"/>
                      <a:pt x="76" y="1290"/>
                      <a:pt x="83" y="1270"/>
                    </a:cubicBezTo>
                    <a:cubicBezTo>
                      <a:pt x="246" y="726"/>
                      <a:pt x="491" y="59"/>
                      <a:pt x="491" y="52"/>
                    </a:cubicBezTo>
                    <a:cubicBezTo>
                      <a:pt x="508" y="22"/>
                      <a:pt x="482" y="0"/>
                      <a:pt x="4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61"/>
              <p:cNvSpPr/>
              <p:nvPr/>
            </p:nvSpPr>
            <p:spPr>
              <a:xfrm>
                <a:off x="6269958" y="2810005"/>
                <a:ext cx="96387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959" h="752" extrusionOk="0">
                    <a:moveTo>
                      <a:pt x="55" y="0"/>
                    </a:moveTo>
                    <a:cubicBezTo>
                      <a:pt x="24" y="0"/>
                      <a:pt x="1" y="44"/>
                      <a:pt x="33" y="71"/>
                    </a:cubicBezTo>
                    <a:lnTo>
                      <a:pt x="890" y="738"/>
                    </a:lnTo>
                    <a:cubicBezTo>
                      <a:pt x="897" y="745"/>
                      <a:pt x="904" y="752"/>
                      <a:pt x="917" y="752"/>
                    </a:cubicBezTo>
                    <a:cubicBezTo>
                      <a:pt x="931" y="752"/>
                      <a:pt x="938" y="745"/>
                      <a:pt x="945" y="738"/>
                    </a:cubicBezTo>
                    <a:cubicBezTo>
                      <a:pt x="958" y="718"/>
                      <a:pt x="958" y="690"/>
                      <a:pt x="938" y="684"/>
                    </a:cubicBezTo>
                    <a:lnTo>
                      <a:pt x="81" y="10"/>
                    </a:lnTo>
                    <a:cubicBezTo>
                      <a:pt x="72" y="3"/>
                      <a:pt x="64" y="0"/>
                      <a:pt x="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61"/>
              <p:cNvSpPr/>
              <p:nvPr/>
            </p:nvSpPr>
            <p:spPr>
              <a:xfrm>
                <a:off x="6492683" y="2114191"/>
                <a:ext cx="117795" cy="503342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5008" extrusionOk="0">
                    <a:moveTo>
                      <a:pt x="620" y="0"/>
                    </a:moveTo>
                    <a:cubicBezTo>
                      <a:pt x="590" y="0"/>
                      <a:pt x="560" y="42"/>
                      <a:pt x="586" y="68"/>
                    </a:cubicBezTo>
                    <a:cubicBezTo>
                      <a:pt x="892" y="436"/>
                      <a:pt x="1062" y="885"/>
                      <a:pt x="1076" y="1361"/>
                    </a:cubicBezTo>
                    <a:cubicBezTo>
                      <a:pt x="1083" y="1871"/>
                      <a:pt x="804" y="2592"/>
                      <a:pt x="668" y="2939"/>
                    </a:cubicBezTo>
                    <a:cubicBezTo>
                      <a:pt x="634" y="3021"/>
                      <a:pt x="613" y="3082"/>
                      <a:pt x="600" y="3116"/>
                    </a:cubicBezTo>
                    <a:cubicBezTo>
                      <a:pt x="484" y="3497"/>
                      <a:pt x="8" y="4940"/>
                      <a:pt x="8" y="4953"/>
                    </a:cubicBezTo>
                    <a:cubicBezTo>
                      <a:pt x="1" y="4974"/>
                      <a:pt x="8" y="5001"/>
                      <a:pt x="28" y="5008"/>
                    </a:cubicBezTo>
                    <a:lnTo>
                      <a:pt x="42" y="5008"/>
                    </a:lnTo>
                    <a:cubicBezTo>
                      <a:pt x="62" y="5008"/>
                      <a:pt x="76" y="4994"/>
                      <a:pt x="83" y="4980"/>
                    </a:cubicBezTo>
                    <a:cubicBezTo>
                      <a:pt x="89" y="4967"/>
                      <a:pt x="559" y="3518"/>
                      <a:pt x="681" y="3137"/>
                    </a:cubicBezTo>
                    <a:cubicBezTo>
                      <a:pt x="688" y="3110"/>
                      <a:pt x="715" y="3048"/>
                      <a:pt x="743" y="2967"/>
                    </a:cubicBezTo>
                    <a:cubicBezTo>
                      <a:pt x="879" y="2620"/>
                      <a:pt x="1171" y="1885"/>
                      <a:pt x="1158" y="1361"/>
                    </a:cubicBezTo>
                    <a:cubicBezTo>
                      <a:pt x="1144" y="864"/>
                      <a:pt x="967" y="388"/>
                      <a:pt x="647" y="14"/>
                    </a:cubicBezTo>
                    <a:cubicBezTo>
                      <a:pt x="639" y="4"/>
                      <a:pt x="630" y="0"/>
                      <a:pt x="6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61"/>
              <p:cNvSpPr/>
              <p:nvPr/>
            </p:nvSpPr>
            <p:spPr>
              <a:xfrm>
                <a:off x="7008990" y="2019815"/>
                <a:ext cx="149153" cy="348158"/>
              </a:xfrm>
              <a:custGeom>
                <a:avLst/>
                <a:gdLst/>
                <a:ahLst/>
                <a:cxnLst/>
                <a:rect l="l" t="t" r="r" b="b"/>
                <a:pathLst>
                  <a:path w="1484" h="3464" extrusionOk="0">
                    <a:moveTo>
                      <a:pt x="48" y="0"/>
                    </a:moveTo>
                    <a:cubicBezTo>
                      <a:pt x="28" y="0"/>
                      <a:pt x="7" y="14"/>
                      <a:pt x="1" y="34"/>
                    </a:cubicBezTo>
                    <a:cubicBezTo>
                      <a:pt x="1" y="55"/>
                      <a:pt x="14" y="75"/>
                      <a:pt x="35" y="75"/>
                    </a:cubicBezTo>
                    <a:cubicBezTo>
                      <a:pt x="41" y="82"/>
                      <a:pt x="688" y="170"/>
                      <a:pt x="987" y="912"/>
                    </a:cubicBezTo>
                    <a:cubicBezTo>
                      <a:pt x="1402" y="1946"/>
                      <a:pt x="1205" y="3409"/>
                      <a:pt x="1205" y="3423"/>
                    </a:cubicBezTo>
                    <a:cubicBezTo>
                      <a:pt x="1205" y="3443"/>
                      <a:pt x="1218" y="3463"/>
                      <a:pt x="1239" y="3463"/>
                    </a:cubicBezTo>
                    <a:lnTo>
                      <a:pt x="1246" y="3463"/>
                    </a:lnTo>
                    <a:cubicBezTo>
                      <a:pt x="1266" y="3463"/>
                      <a:pt x="1280" y="3450"/>
                      <a:pt x="1287" y="3429"/>
                    </a:cubicBezTo>
                    <a:cubicBezTo>
                      <a:pt x="1287" y="3416"/>
                      <a:pt x="1484" y="1933"/>
                      <a:pt x="1055" y="885"/>
                    </a:cubicBezTo>
                    <a:cubicBezTo>
                      <a:pt x="742" y="102"/>
                      <a:pt x="55" y="0"/>
                      <a:pt x="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7" name="Google Shape;507;p61"/>
          <p:cNvGrpSpPr/>
          <p:nvPr/>
        </p:nvGrpSpPr>
        <p:grpSpPr>
          <a:xfrm>
            <a:off x="6627800" y="539500"/>
            <a:ext cx="489400" cy="529168"/>
            <a:chOff x="6627800" y="539500"/>
            <a:chExt cx="489400" cy="529168"/>
          </a:xfrm>
        </p:grpSpPr>
        <p:sp>
          <p:nvSpPr>
            <p:cNvPr id="508" name="Google Shape;508;p61"/>
            <p:cNvSpPr/>
            <p:nvPr/>
          </p:nvSpPr>
          <p:spPr>
            <a:xfrm>
              <a:off x="6627800" y="885668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1"/>
            <p:cNvSpPr/>
            <p:nvPr/>
          </p:nvSpPr>
          <p:spPr>
            <a:xfrm>
              <a:off x="6934200" y="53950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61"/>
          <p:cNvSpPr/>
          <p:nvPr/>
        </p:nvSpPr>
        <p:spPr>
          <a:xfrm>
            <a:off x="8247775" y="2983200"/>
            <a:ext cx="183000" cy="1584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17" name="Google Shape;517;p62"/>
          <p:cNvSpPr txBox="1">
            <a:spLocks noGrp="1"/>
          </p:cNvSpPr>
          <p:nvPr>
            <p:ph type="subTitle" idx="1"/>
          </p:nvPr>
        </p:nvSpPr>
        <p:spPr>
          <a:xfrm>
            <a:off x="1933650" y="1655350"/>
            <a:ext cx="2750400" cy="732300"/>
          </a:xfrm>
          <a:prstGeom prst="rect">
            <a:avLst/>
          </a:prstGeom>
        </p:spPr>
        <p:txBody>
          <a:bodyPr spcFirstLastPara="1" wrap="square" lIns="92850" tIns="92850" rIns="92850" bIns="9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Core CS problem, background, problem &amp; research statement, objectives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2"/>
          </a:p>
        </p:txBody>
      </p:sp>
      <p:sp>
        <p:nvSpPr>
          <p:cNvPr id="518" name="Google Shape;518;p62"/>
          <p:cNvSpPr txBox="1">
            <a:spLocks noGrp="1"/>
          </p:cNvSpPr>
          <p:nvPr>
            <p:ph type="subTitle" idx="3"/>
          </p:nvPr>
        </p:nvSpPr>
        <p:spPr>
          <a:xfrm>
            <a:off x="1933639" y="1312243"/>
            <a:ext cx="2535300" cy="464400"/>
          </a:xfrm>
          <a:prstGeom prst="rect">
            <a:avLst/>
          </a:prstGeom>
        </p:spPr>
        <p:txBody>
          <a:bodyPr spcFirstLastPara="1" wrap="square" lIns="92850" tIns="92850" rIns="92850" bIns="92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Introduction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" name="Google Shape;519;p62"/>
          <p:cNvSpPr/>
          <p:nvPr/>
        </p:nvSpPr>
        <p:spPr>
          <a:xfrm>
            <a:off x="1017050" y="1398400"/>
            <a:ext cx="820800" cy="820800"/>
          </a:xfrm>
          <a:prstGeom prst="ellipse">
            <a:avLst/>
          </a:prstGeom>
          <a:solidFill>
            <a:schemeClr val="lt1"/>
          </a:solidFill>
          <a:ln w="7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65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20" name="Google Shape;520;p62"/>
          <p:cNvGrpSpPr/>
          <p:nvPr/>
        </p:nvGrpSpPr>
        <p:grpSpPr>
          <a:xfrm>
            <a:off x="436630" y="1286008"/>
            <a:ext cx="484629" cy="439878"/>
            <a:chOff x="418950" y="1179697"/>
            <a:chExt cx="477185" cy="433078"/>
          </a:xfrm>
        </p:grpSpPr>
        <p:grpSp>
          <p:nvGrpSpPr>
            <p:cNvPr id="521" name="Google Shape;521;p62"/>
            <p:cNvGrpSpPr/>
            <p:nvPr/>
          </p:nvGrpSpPr>
          <p:grpSpPr>
            <a:xfrm>
              <a:off x="713257" y="1179697"/>
              <a:ext cx="182878" cy="182886"/>
              <a:chOff x="769861" y="772165"/>
              <a:chExt cx="148500" cy="149100"/>
            </a:xfrm>
          </p:grpSpPr>
          <p:sp>
            <p:nvSpPr>
              <p:cNvPr id="522" name="Google Shape;522;p62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2850" tIns="92850" rIns="92850" bIns="92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62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2850" tIns="92850" rIns="92850" bIns="92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24" name="Google Shape;524;p62"/>
            <p:cNvSpPr/>
            <p:nvPr/>
          </p:nvSpPr>
          <p:spPr>
            <a:xfrm>
              <a:off x="418950" y="1429775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2850" tIns="92850" rIns="92850" bIns="9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25" name="Google Shape;525;p62"/>
          <p:cNvSpPr/>
          <p:nvPr/>
        </p:nvSpPr>
        <p:spPr>
          <a:xfrm>
            <a:off x="8433836" y="1564927"/>
            <a:ext cx="186000" cy="160800"/>
          </a:xfrm>
          <a:prstGeom prst="triangle">
            <a:avLst>
              <a:gd name="adj" fmla="val 50000"/>
            </a:avLst>
          </a:prstGeom>
          <a:noFill/>
          <a:ln w="290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850" tIns="92850" rIns="92850" bIns="9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" name="Google Shape;526;p62"/>
          <p:cNvSpPr txBox="1">
            <a:spLocks noGrp="1"/>
          </p:cNvSpPr>
          <p:nvPr>
            <p:ph type="title" idx="2"/>
          </p:nvPr>
        </p:nvSpPr>
        <p:spPr>
          <a:xfrm>
            <a:off x="1147542" y="1527745"/>
            <a:ext cx="559800" cy="562200"/>
          </a:xfrm>
          <a:prstGeom prst="rect">
            <a:avLst/>
          </a:prstGeom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01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" name="Google Shape;527;p62"/>
          <p:cNvSpPr/>
          <p:nvPr/>
        </p:nvSpPr>
        <p:spPr>
          <a:xfrm>
            <a:off x="4905375" y="1398400"/>
            <a:ext cx="820800" cy="820800"/>
          </a:xfrm>
          <a:prstGeom prst="ellipse">
            <a:avLst/>
          </a:prstGeom>
          <a:solidFill>
            <a:schemeClr val="lt1"/>
          </a:solidFill>
          <a:ln w="7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65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8" name="Google Shape;528;p62"/>
          <p:cNvSpPr txBox="1">
            <a:spLocks noGrp="1"/>
          </p:cNvSpPr>
          <p:nvPr>
            <p:ph type="title" idx="2"/>
          </p:nvPr>
        </p:nvSpPr>
        <p:spPr>
          <a:xfrm>
            <a:off x="5035867" y="1527745"/>
            <a:ext cx="559800" cy="562200"/>
          </a:xfrm>
          <a:prstGeom prst="rect">
            <a:avLst/>
          </a:prstGeom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02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p62"/>
          <p:cNvSpPr txBox="1">
            <a:spLocks noGrp="1"/>
          </p:cNvSpPr>
          <p:nvPr>
            <p:ph type="subTitle" idx="1"/>
          </p:nvPr>
        </p:nvSpPr>
        <p:spPr>
          <a:xfrm>
            <a:off x="6037664" y="1655355"/>
            <a:ext cx="2535300" cy="650100"/>
          </a:xfrm>
          <a:prstGeom prst="rect">
            <a:avLst/>
          </a:prstGeom>
        </p:spPr>
        <p:txBody>
          <a:bodyPr spcFirstLastPara="1" wrap="square" lIns="92850" tIns="92850" rIns="92850" bIns="9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Existing solutions 2016–2026 and the gap that persists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2"/>
          </a:p>
        </p:txBody>
      </p:sp>
      <p:sp>
        <p:nvSpPr>
          <p:cNvPr id="530" name="Google Shape;530;p62"/>
          <p:cNvSpPr txBox="1">
            <a:spLocks noGrp="1"/>
          </p:cNvSpPr>
          <p:nvPr>
            <p:ph type="subTitle" idx="3"/>
          </p:nvPr>
        </p:nvSpPr>
        <p:spPr>
          <a:xfrm>
            <a:off x="6037664" y="1312193"/>
            <a:ext cx="2535300" cy="464400"/>
          </a:xfrm>
          <a:prstGeom prst="rect">
            <a:avLst/>
          </a:prstGeom>
        </p:spPr>
        <p:txBody>
          <a:bodyPr spcFirstLastPara="1" wrap="square" lIns="92850" tIns="92850" rIns="92850" bIns="92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Literature Review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1" name="Google Shape;531;p62"/>
          <p:cNvSpPr txBox="1">
            <a:spLocks noGrp="1"/>
          </p:cNvSpPr>
          <p:nvPr>
            <p:ph type="subTitle" idx="1"/>
          </p:nvPr>
        </p:nvSpPr>
        <p:spPr>
          <a:xfrm>
            <a:off x="1974175" y="3099925"/>
            <a:ext cx="2882400" cy="464400"/>
          </a:xfrm>
          <a:prstGeom prst="rect">
            <a:avLst/>
          </a:prstGeom>
        </p:spPr>
        <p:txBody>
          <a:bodyPr spcFirstLastPara="1" wrap="square" lIns="92850" tIns="92850" rIns="92850" bIns="9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Framework design, verified datasets, evaluation criteria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2"/>
          </a:p>
        </p:txBody>
      </p:sp>
      <p:sp>
        <p:nvSpPr>
          <p:cNvPr id="532" name="Google Shape;532;p62"/>
          <p:cNvSpPr txBox="1">
            <a:spLocks noGrp="1"/>
          </p:cNvSpPr>
          <p:nvPr>
            <p:ph type="subTitle" idx="3"/>
          </p:nvPr>
        </p:nvSpPr>
        <p:spPr>
          <a:xfrm>
            <a:off x="1977425" y="2518129"/>
            <a:ext cx="2535300" cy="732300"/>
          </a:xfrm>
          <a:prstGeom prst="rect">
            <a:avLst/>
          </a:prstGeom>
        </p:spPr>
        <p:txBody>
          <a:bodyPr spcFirstLastPara="1" wrap="square" lIns="92850" tIns="92850" rIns="92850" bIns="92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Proposed Solution &amp; Methodology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" name="Google Shape;533;p62"/>
          <p:cNvSpPr/>
          <p:nvPr/>
        </p:nvSpPr>
        <p:spPr>
          <a:xfrm>
            <a:off x="1060825" y="2604275"/>
            <a:ext cx="820800" cy="820800"/>
          </a:xfrm>
          <a:prstGeom prst="ellipse">
            <a:avLst/>
          </a:prstGeom>
          <a:solidFill>
            <a:schemeClr val="lt1"/>
          </a:solidFill>
          <a:ln w="7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65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34" name="Google Shape;534;p62"/>
          <p:cNvGrpSpPr/>
          <p:nvPr/>
        </p:nvGrpSpPr>
        <p:grpSpPr>
          <a:xfrm>
            <a:off x="480405" y="2491883"/>
            <a:ext cx="484629" cy="439878"/>
            <a:chOff x="418950" y="1179697"/>
            <a:chExt cx="477185" cy="433078"/>
          </a:xfrm>
        </p:grpSpPr>
        <p:grpSp>
          <p:nvGrpSpPr>
            <p:cNvPr id="535" name="Google Shape;535;p62"/>
            <p:cNvGrpSpPr/>
            <p:nvPr/>
          </p:nvGrpSpPr>
          <p:grpSpPr>
            <a:xfrm>
              <a:off x="713257" y="1179697"/>
              <a:ext cx="182878" cy="182886"/>
              <a:chOff x="769861" y="772165"/>
              <a:chExt cx="148500" cy="149100"/>
            </a:xfrm>
          </p:grpSpPr>
          <p:sp>
            <p:nvSpPr>
              <p:cNvPr id="536" name="Google Shape;536;p62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2850" tIns="92850" rIns="92850" bIns="92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7" name="Google Shape;537;p62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2850" tIns="92850" rIns="92850" bIns="92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38" name="Google Shape;538;p62"/>
            <p:cNvSpPr/>
            <p:nvPr/>
          </p:nvSpPr>
          <p:spPr>
            <a:xfrm>
              <a:off x="418950" y="1429775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2850" tIns="92850" rIns="92850" bIns="9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39" name="Google Shape;539;p62"/>
          <p:cNvSpPr/>
          <p:nvPr/>
        </p:nvSpPr>
        <p:spPr>
          <a:xfrm>
            <a:off x="8477611" y="2770802"/>
            <a:ext cx="186000" cy="160800"/>
          </a:xfrm>
          <a:prstGeom prst="triangle">
            <a:avLst>
              <a:gd name="adj" fmla="val 50000"/>
            </a:avLst>
          </a:prstGeom>
          <a:noFill/>
          <a:ln w="290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850" tIns="92850" rIns="92850" bIns="9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0" name="Google Shape;540;p62"/>
          <p:cNvSpPr txBox="1">
            <a:spLocks noGrp="1"/>
          </p:cNvSpPr>
          <p:nvPr>
            <p:ph type="title" idx="2"/>
          </p:nvPr>
        </p:nvSpPr>
        <p:spPr>
          <a:xfrm>
            <a:off x="1191317" y="2733620"/>
            <a:ext cx="559800" cy="562200"/>
          </a:xfrm>
          <a:prstGeom prst="rect">
            <a:avLst/>
          </a:prstGeom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03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" name="Google Shape;541;p62"/>
          <p:cNvSpPr/>
          <p:nvPr/>
        </p:nvSpPr>
        <p:spPr>
          <a:xfrm>
            <a:off x="4949150" y="2604275"/>
            <a:ext cx="820800" cy="820800"/>
          </a:xfrm>
          <a:prstGeom prst="ellipse">
            <a:avLst/>
          </a:prstGeom>
          <a:solidFill>
            <a:schemeClr val="lt1"/>
          </a:solidFill>
          <a:ln w="7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65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62"/>
          <p:cNvSpPr txBox="1">
            <a:spLocks noGrp="1"/>
          </p:cNvSpPr>
          <p:nvPr>
            <p:ph type="title" idx="2"/>
          </p:nvPr>
        </p:nvSpPr>
        <p:spPr>
          <a:xfrm>
            <a:off x="5079642" y="2733620"/>
            <a:ext cx="559800" cy="562200"/>
          </a:xfrm>
          <a:prstGeom prst="rect">
            <a:avLst/>
          </a:prstGeom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04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" name="Google Shape;543;p62"/>
          <p:cNvSpPr txBox="1">
            <a:spLocks noGrp="1"/>
          </p:cNvSpPr>
          <p:nvPr>
            <p:ph type="subTitle" idx="1"/>
          </p:nvPr>
        </p:nvSpPr>
        <p:spPr>
          <a:xfrm>
            <a:off x="6081451" y="2907475"/>
            <a:ext cx="2830800" cy="650100"/>
          </a:xfrm>
          <a:prstGeom prst="rect">
            <a:avLst/>
          </a:prstGeom>
        </p:spPr>
        <p:txBody>
          <a:bodyPr spcFirstLastPara="1" wrap="square" lIns="92850" tIns="92850" rIns="92850" bIns="9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this work differs from existing research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2"/>
          </a:p>
        </p:txBody>
      </p:sp>
      <p:sp>
        <p:nvSpPr>
          <p:cNvPr id="544" name="Google Shape;544;p62"/>
          <p:cNvSpPr txBox="1">
            <a:spLocks noGrp="1"/>
          </p:cNvSpPr>
          <p:nvPr>
            <p:ph type="subTitle" idx="3"/>
          </p:nvPr>
        </p:nvSpPr>
        <p:spPr>
          <a:xfrm>
            <a:off x="6081450" y="2619000"/>
            <a:ext cx="2992800" cy="464400"/>
          </a:xfrm>
          <a:prstGeom prst="rect">
            <a:avLst/>
          </a:prstGeom>
        </p:spPr>
        <p:txBody>
          <a:bodyPr spcFirstLastPara="1" wrap="square" lIns="92850" tIns="92850" rIns="92850" bIns="92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Novelty &amp; Contribution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62"/>
          <p:cNvSpPr txBox="1">
            <a:spLocks noGrp="1"/>
          </p:cNvSpPr>
          <p:nvPr>
            <p:ph type="subTitle" idx="1"/>
          </p:nvPr>
        </p:nvSpPr>
        <p:spPr>
          <a:xfrm>
            <a:off x="1977414" y="4159630"/>
            <a:ext cx="2535300" cy="650100"/>
          </a:xfrm>
          <a:prstGeom prst="rect">
            <a:avLst/>
          </a:prstGeom>
        </p:spPr>
        <p:txBody>
          <a:bodyPr spcFirstLastPara="1" wrap="square" lIns="92850" tIns="92850" rIns="92850" bIns="9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Technical, operational, financial and legal / ethical feasibility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2"/>
          </a:p>
        </p:txBody>
      </p:sp>
      <p:sp>
        <p:nvSpPr>
          <p:cNvPr id="546" name="Google Shape;546;p62"/>
          <p:cNvSpPr txBox="1">
            <a:spLocks noGrp="1"/>
          </p:cNvSpPr>
          <p:nvPr>
            <p:ph type="subTitle" idx="3"/>
          </p:nvPr>
        </p:nvSpPr>
        <p:spPr>
          <a:xfrm>
            <a:off x="1977414" y="3816518"/>
            <a:ext cx="2535300" cy="464400"/>
          </a:xfrm>
          <a:prstGeom prst="rect">
            <a:avLst/>
          </a:prstGeom>
        </p:spPr>
        <p:txBody>
          <a:bodyPr spcFirstLastPara="1" wrap="square" lIns="92850" tIns="92850" rIns="92850" bIns="92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Feasibility Analysis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62"/>
          <p:cNvSpPr/>
          <p:nvPr/>
        </p:nvSpPr>
        <p:spPr>
          <a:xfrm>
            <a:off x="1060825" y="3902675"/>
            <a:ext cx="820800" cy="820800"/>
          </a:xfrm>
          <a:prstGeom prst="ellipse">
            <a:avLst/>
          </a:prstGeom>
          <a:solidFill>
            <a:schemeClr val="lt1"/>
          </a:solidFill>
          <a:ln w="7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65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8" name="Google Shape;548;p62"/>
          <p:cNvGrpSpPr/>
          <p:nvPr/>
        </p:nvGrpSpPr>
        <p:grpSpPr>
          <a:xfrm>
            <a:off x="480405" y="3790283"/>
            <a:ext cx="484629" cy="439878"/>
            <a:chOff x="418950" y="1179697"/>
            <a:chExt cx="477185" cy="433078"/>
          </a:xfrm>
        </p:grpSpPr>
        <p:grpSp>
          <p:nvGrpSpPr>
            <p:cNvPr id="549" name="Google Shape;549;p62"/>
            <p:cNvGrpSpPr/>
            <p:nvPr/>
          </p:nvGrpSpPr>
          <p:grpSpPr>
            <a:xfrm>
              <a:off x="713257" y="1179697"/>
              <a:ext cx="182878" cy="182886"/>
              <a:chOff x="769861" y="772165"/>
              <a:chExt cx="148500" cy="149100"/>
            </a:xfrm>
          </p:grpSpPr>
          <p:sp>
            <p:nvSpPr>
              <p:cNvPr id="550" name="Google Shape;550;p62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2850" tIns="92850" rIns="92850" bIns="92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1" name="Google Shape;551;p62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2850" tIns="92850" rIns="92850" bIns="92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52" name="Google Shape;552;p62"/>
            <p:cNvSpPr/>
            <p:nvPr/>
          </p:nvSpPr>
          <p:spPr>
            <a:xfrm>
              <a:off x="418950" y="1429775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2850" tIns="92850" rIns="92850" bIns="9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53" name="Google Shape;553;p62"/>
          <p:cNvSpPr/>
          <p:nvPr/>
        </p:nvSpPr>
        <p:spPr>
          <a:xfrm>
            <a:off x="8477611" y="4069202"/>
            <a:ext cx="186000" cy="160800"/>
          </a:xfrm>
          <a:prstGeom prst="triangle">
            <a:avLst>
              <a:gd name="adj" fmla="val 50000"/>
            </a:avLst>
          </a:prstGeom>
          <a:noFill/>
          <a:ln w="290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850" tIns="92850" rIns="92850" bIns="9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4" name="Google Shape;554;p62"/>
          <p:cNvSpPr txBox="1">
            <a:spLocks noGrp="1"/>
          </p:cNvSpPr>
          <p:nvPr>
            <p:ph type="title" idx="2"/>
          </p:nvPr>
        </p:nvSpPr>
        <p:spPr>
          <a:xfrm>
            <a:off x="1191317" y="4032020"/>
            <a:ext cx="559800" cy="562200"/>
          </a:xfrm>
          <a:prstGeom prst="rect">
            <a:avLst/>
          </a:prstGeom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05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p62"/>
          <p:cNvSpPr/>
          <p:nvPr/>
        </p:nvSpPr>
        <p:spPr>
          <a:xfrm>
            <a:off x="4949150" y="3902675"/>
            <a:ext cx="820800" cy="820800"/>
          </a:xfrm>
          <a:prstGeom prst="ellipse">
            <a:avLst/>
          </a:prstGeom>
          <a:solidFill>
            <a:schemeClr val="lt1"/>
          </a:solidFill>
          <a:ln w="7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65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" name="Google Shape;556;p62"/>
          <p:cNvSpPr txBox="1">
            <a:spLocks noGrp="1"/>
          </p:cNvSpPr>
          <p:nvPr>
            <p:ph type="title" idx="2"/>
          </p:nvPr>
        </p:nvSpPr>
        <p:spPr>
          <a:xfrm>
            <a:off x="5079642" y="4032020"/>
            <a:ext cx="559800" cy="562200"/>
          </a:xfrm>
          <a:prstGeom prst="rect">
            <a:avLst/>
          </a:prstGeom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06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p62"/>
          <p:cNvSpPr txBox="1">
            <a:spLocks noGrp="1"/>
          </p:cNvSpPr>
          <p:nvPr>
            <p:ph type="subTitle" idx="1"/>
          </p:nvPr>
        </p:nvSpPr>
        <p:spPr>
          <a:xfrm>
            <a:off x="6081439" y="4159630"/>
            <a:ext cx="2535300" cy="650100"/>
          </a:xfrm>
          <a:prstGeom prst="rect">
            <a:avLst/>
          </a:prstGeom>
        </p:spPr>
        <p:txBody>
          <a:bodyPr spcFirstLastPara="1" wrap="square" lIns="92850" tIns="92850" rIns="92850" bIns="9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2"/>
              <a:t>24-month project schedule</a:t>
            </a:r>
            <a:endParaRPr sz="1422"/>
          </a:p>
        </p:txBody>
      </p:sp>
      <p:sp>
        <p:nvSpPr>
          <p:cNvPr id="558" name="Google Shape;558;p62"/>
          <p:cNvSpPr txBox="1">
            <a:spLocks noGrp="1"/>
          </p:cNvSpPr>
          <p:nvPr>
            <p:ph type="subTitle" idx="3"/>
          </p:nvPr>
        </p:nvSpPr>
        <p:spPr>
          <a:xfrm>
            <a:off x="6081439" y="3778005"/>
            <a:ext cx="2535300" cy="464400"/>
          </a:xfrm>
          <a:prstGeom prst="rect">
            <a:avLst/>
          </a:prstGeom>
        </p:spPr>
        <p:txBody>
          <a:bodyPr spcFirstLastPara="1" wrap="square" lIns="92850" tIns="92850" rIns="92850" bIns="92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Research Timeline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" name="Google Shape;559;p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3"/>
          <p:cNvSpPr txBox="1">
            <a:spLocks noGrp="1"/>
          </p:cNvSpPr>
          <p:nvPr>
            <p:ph type="title"/>
          </p:nvPr>
        </p:nvSpPr>
        <p:spPr>
          <a:xfrm>
            <a:off x="713225" y="2308597"/>
            <a:ext cx="50202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cxnSp>
        <p:nvCxnSpPr>
          <p:cNvPr id="565" name="Google Shape;565;p63"/>
          <p:cNvCxnSpPr/>
          <p:nvPr/>
        </p:nvCxnSpPr>
        <p:spPr>
          <a:xfrm>
            <a:off x="2308925" y="3403804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66" name="Google Shape;566;p63"/>
          <p:cNvSpPr/>
          <p:nvPr/>
        </p:nvSpPr>
        <p:spPr>
          <a:xfrm>
            <a:off x="2528375" y="825196"/>
            <a:ext cx="1389900" cy="1389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567" name="Google Shape;567;p63"/>
          <p:cNvGrpSpPr/>
          <p:nvPr/>
        </p:nvGrpSpPr>
        <p:grpSpPr>
          <a:xfrm>
            <a:off x="4137732" y="642200"/>
            <a:ext cx="708593" cy="811750"/>
            <a:chOff x="4137732" y="642200"/>
            <a:chExt cx="708593" cy="811750"/>
          </a:xfrm>
        </p:grpSpPr>
        <p:sp>
          <p:nvSpPr>
            <p:cNvPr id="568" name="Google Shape;568;p63"/>
            <p:cNvSpPr/>
            <p:nvPr/>
          </p:nvSpPr>
          <p:spPr>
            <a:xfrm>
              <a:off x="4389125" y="127095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9" name="Google Shape;569;p63"/>
            <p:cNvGrpSpPr/>
            <p:nvPr/>
          </p:nvGrpSpPr>
          <p:grpSpPr>
            <a:xfrm>
              <a:off x="4137732" y="825497"/>
              <a:ext cx="182878" cy="182886"/>
              <a:chOff x="769861" y="772165"/>
              <a:chExt cx="148500" cy="149100"/>
            </a:xfrm>
          </p:grpSpPr>
          <p:sp>
            <p:nvSpPr>
              <p:cNvPr id="570" name="Google Shape;570;p63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63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2" name="Google Shape;572;p63"/>
            <p:cNvSpPr/>
            <p:nvPr/>
          </p:nvSpPr>
          <p:spPr>
            <a:xfrm>
              <a:off x="4663325" y="64220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" name="Google Shape;573;p63"/>
          <p:cNvGrpSpPr/>
          <p:nvPr/>
        </p:nvGrpSpPr>
        <p:grpSpPr>
          <a:xfrm>
            <a:off x="1018025" y="3815500"/>
            <a:ext cx="472700" cy="565775"/>
            <a:chOff x="713225" y="3815500"/>
            <a:chExt cx="472700" cy="565775"/>
          </a:xfrm>
        </p:grpSpPr>
        <p:sp>
          <p:nvSpPr>
            <p:cNvPr id="574" name="Google Shape;574;p63"/>
            <p:cNvSpPr/>
            <p:nvPr/>
          </p:nvSpPr>
          <p:spPr>
            <a:xfrm>
              <a:off x="713225" y="381550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63"/>
            <p:cNvSpPr/>
            <p:nvPr/>
          </p:nvSpPr>
          <p:spPr>
            <a:xfrm>
              <a:off x="1002925" y="419827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63"/>
          <p:cNvGrpSpPr/>
          <p:nvPr/>
        </p:nvGrpSpPr>
        <p:grpSpPr>
          <a:xfrm>
            <a:off x="5916168" y="760073"/>
            <a:ext cx="2743187" cy="3665683"/>
            <a:chOff x="5916168" y="760073"/>
            <a:chExt cx="2743187" cy="3665683"/>
          </a:xfrm>
        </p:grpSpPr>
        <p:sp>
          <p:nvSpPr>
            <p:cNvPr id="577" name="Google Shape;577;p63"/>
            <p:cNvSpPr/>
            <p:nvPr/>
          </p:nvSpPr>
          <p:spPr>
            <a:xfrm>
              <a:off x="5916168" y="1349000"/>
              <a:ext cx="2743187" cy="1555985"/>
            </a:xfrm>
            <a:custGeom>
              <a:avLst/>
              <a:gdLst/>
              <a:ahLst/>
              <a:cxnLst/>
              <a:rect l="l" t="t" r="r" b="b"/>
              <a:pathLst>
                <a:path w="18316" h="10199" extrusionOk="0">
                  <a:moveTo>
                    <a:pt x="10467" y="0"/>
                  </a:moveTo>
                  <a:cubicBezTo>
                    <a:pt x="7754" y="0"/>
                    <a:pt x="7172" y="1787"/>
                    <a:pt x="5375" y="2090"/>
                  </a:cubicBezTo>
                  <a:cubicBezTo>
                    <a:pt x="3334" y="2430"/>
                    <a:pt x="0" y="1675"/>
                    <a:pt x="123" y="4607"/>
                  </a:cubicBezTo>
                  <a:cubicBezTo>
                    <a:pt x="226" y="6955"/>
                    <a:pt x="3127" y="10198"/>
                    <a:pt x="7766" y="10198"/>
                  </a:cubicBezTo>
                  <a:cubicBezTo>
                    <a:pt x="8919" y="10198"/>
                    <a:pt x="10180" y="9998"/>
                    <a:pt x="11533" y="9533"/>
                  </a:cubicBezTo>
                  <a:cubicBezTo>
                    <a:pt x="18316" y="7192"/>
                    <a:pt x="15309" y="443"/>
                    <a:pt x="11152" y="35"/>
                  </a:cubicBezTo>
                  <a:cubicBezTo>
                    <a:pt x="10909" y="11"/>
                    <a:pt x="10681" y="0"/>
                    <a:pt x="10467" y="0"/>
                  </a:cubicBezTo>
                  <a:close/>
                </a:path>
              </a:pathLst>
            </a:cu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63"/>
            <p:cNvSpPr/>
            <p:nvPr/>
          </p:nvSpPr>
          <p:spPr>
            <a:xfrm>
              <a:off x="5917730" y="4334256"/>
              <a:ext cx="23286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9" name="Google Shape;579;p63"/>
            <p:cNvGrpSpPr/>
            <p:nvPr/>
          </p:nvGrpSpPr>
          <p:grpSpPr>
            <a:xfrm>
              <a:off x="7108851" y="1194112"/>
              <a:ext cx="1080037" cy="3189091"/>
              <a:chOff x="7293420" y="1194112"/>
              <a:chExt cx="1080037" cy="3189091"/>
            </a:xfrm>
          </p:grpSpPr>
          <p:sp>
            <p:nvSpPr>
              <p:cNvPr id="580" name="Google Shape;580;p63"/>
              <p:cNvSpPr/>
              <p:nvPr/>
            </p:nvSpPr>
            <p:spPr>
              <a:xfrm>
                <a:off x="7519014" y="3415430"/>
                <a:ext cx="237842" cy="884693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8306" extrusionOk="0">
                    <a:moveTo>
                      <a:pt x="2093" y="1"/>
                    </a:moveTo>
                    <a:cubicBezTo>
                      <a:pt x="1295" y="1"/>
                      <a:pt x="947" y="411"/>
                      <a:pt x="155" y="411"/>
                    </a:cubicBezTo>
                    <a:cubicBezTo>
                      <a:pt x="105" y="411"/>
                      <a:pt x="54" y="410"/>
                      <a:pt x="1" y="406"/>
                    </a:cubicBezTo>
                    <a:lnTo>
                      <a:pt x="1" y="406"/>
                    </a:lnTo>
                    <a:cubicBezTo>
                      <a:pt x="1" y="406"/>
                      <a:pt x="606" y="7890"/>
                      <a:pt x="545" y="8190"/>
                    </a:cubicBezTo>
                    <a:lnTo>
                      <a:pt x="1450" y="8305"/>
                    </a:lnTo>
                    <a:cubicBezTo>
                      <a:pt x="1497" y="7734"/>
                      <a:pt x="2232" y="5"/>
                      <a:pt x="2232" y="5"/>
                    </a:cubicBezTo>
                    <a:cubicBezTo>
                      <a:pt x="2184" y="2"/>
                      <a:pt x="2138" y="1"/>
                      <a:pt x="2093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63"/>
              <p:cNvSpPr/>
              <p:nvPr/>
            </p:nvSpPr>
            <p:spPr>
              <a:xfrm>
                <a:off x="7937821" y="3255767"/>
                <a:ext cx="235712" cy="1024011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614" extrusionOk="0">
                    <a:moveTo>
                      <a:pt x="2090" y="0"/>
                    </a:moveTo>
                    <a:lnTo>
                      <a:pt x="2090" y="0"/>
                    </a:lnTo>
                    <a:cubicBezTo>
                      <a:pt x="1389" y="171"/>
                      <a:pt x="300" y="279"/>
                      <a:pt x="1" y="354"/>
                    </a:cubicBezTo>
                    <a:lnTo>
                      <a:pt x="695" y="9519"/>
                    </a:lnTo>
                    <a:lnTo>
                      <a:pt x="1736" y="9614"/>
                    </a:lnTo>
                    <a:cubicBezTo>
                      <a:pt x="1736" y="9614"/>
                      <a:pt x="2212" y="694"/>
                      <a:pt x="2090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63"/>
              <p:cNvSpPr/>
              <p:nvPr/>
            </p:nvSpPr>
            <p:spPr>
              <a:xfrm>
                <a:off x="7458834" y="2637569"/>
                <a:ext cx="767529" cy="1484997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13942" extrusionOk="0">
                    <a:moveTo>
                      <a:pt x="763" y="1"/>
                    </a:moveTo>
                    <a:cubicBezTo>
                      <a:pt x="763" y="1"/>
                      <a:pt x="532" y="743"/>
                      <a:pt x="443" y="2022"/>
                    </a:cubicBezTo>
                    <a:cubicBezTo>
                      <a:pt x="355" y="3144"/>
                      <a:pt x="151" y="8601"/>
                      <a:pt x="89" y="10268"/>
                    </a:cubicBezTo>
                    <a:cubicBezTo>
                      <a:pt x="1" y="12397"/>
                      <a:pt x="89" y="13669"/>
                      <a:pt x="89" y="13669"/>
                    </a:cubicBezTo>
                    <a:cubicBezTo>
                      <a:pt x="753" y="13855"/>
                      <a:pt x="1257" y="13941"/>
                      <a:pt x="1786" y="13941"/>
                    </a:cubicBezTo>
                    <a:cubicBezTo>
                      <a:pt x="2266" y="13941"/>
                      <a:pt x="2766" y="13870"/>
                      <a:pt x="3423" y="13737"/>
                    </a:cubicBezTo>
                    <a:cubicBezTo>
                      <a:pt x="3321" y="12043"/>
                      <a:pt x="3505" y="5696"/>
                      <a:pt x="3505" y="5696"/>
                    </a:cubicBezTo>
                    <a:lnTo>
                      <a:pt x="3933" y="13744"/>
                    </a:lnTo>
                    <a:cubicBezTo>
                      <a:pt x="4381" y="13823"/>
                      <a:pt x="4824" y="13866"/>
                      <a:pt x="5261" y="13866"/>
                    </a:cubicBezTo>
                    <a:cubicBezTo>
                      <a:pt x="5922" y="13866"/>
                      <a:pt x="6571" y="13768"/>
                      <a:pt x="7206" y="13547"/>
                    </a:cubicBezTo>
                    <a:cubicBezTo>
                      <a:pt x="7206" y="13547"/>
                      <a:pt x="7029" y="4015"/>
                      <a:pt x="6906" y="2614"/>
                    </a:cubicBezTo>
                    <a:cubicBezTo>
                      <a:pt x="6784" y="1192"/>
                      <a:pt x="6668" y="151"/>
                      <a:pt x="6668" y="151"/>
                    </a:cubicBez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63"/>
              <p:cNvSpPr/>
              <p:nvPr/>
            </p:nvSpPr>
            <p:spPr>
              <a:xfrm>
                <a:off x="7424111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1886" y="0"/>
                    </a:moveTo>
                    <a:cubicBezTo>
                      <a:pt x="1677" y="0"/>
                      <a:pt x="1463" y="33"/>
                      <a:pt x="1381" y="104"/>
                    </a:cubicBezTo>
                    <a:cubicBezTo>
                      <a:pt x="1245" y="227"/>
                      <a:pt x="1102" y="336"/>
                      <a:pt x="953" y="431"/>
                    </a:cubicBezTo>
                    <a:cubicBezTo>
                      <a:pt x="823" y="512"/>
                      <a:pt x="374" y="669"/>
                      <a:pt x="191" y="839"/>
                    </a:cubicBezTo>
                    <a:cubicBezTo>
                      <a:pt x="7" y="1016"/>
                      <a:pt x="0" y="1268"/>
                      <a:pt x="123" y="1376"/>
                    </a:cubicBezTo>
                    <a:cubicBezTo>
                      <a:pt x="178" y="1423"/>
                      <a:pt x="300" y="1436"/>
                      <a:pt x="470" y="1436"/>
                    </a:cubicBezTo>
                    <a:cubicBezTo>
                      <a:pt x="674" y="1436"/>
                      <a:pt x="947" y="1417"/>
                      <a:pt x="1259" y="1417"/>
                    </a:cubicBezTo>
                    <a:cubicBezTo>
                      <a:pt x="1654" y="1411"/>
                      <a:pt x="2055" y="1376"/>
                      <a:pt x="2450" y="1329"/>
                    </a:cubicBezTo>
                    <a:cubicBezTo>
                      <a:pt x="2599" y="1288"/>
                      <a:pt x="2586" y="1077"/>
                      <a:pt x="2572" y="961"/>
                    </a:cubicBezTo>
                    <a:cubicBezTo>
                      <a:pt x="2572" y="757"/>
                      <a:pt x="2552" y="560"/>
                      <a:pt x="2511" y="363"/>
                    </a:cubicBezTo>
                    <a:cubicBezTo>
                      <a:pt x="2484" y="254"/>
                      <a:pt x="2429" y="165"/>
                      <a:pt x="2354" y="91"/>
                    </a:cubicBezTo>
                    <a:cubicBezTo>
                      <a:pt x="2296" y="33"/>
                      <a:pt x="2094" y="0"/>
                      <a:pt x="18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63"/>
              <p:cNvSpPr/>
              <p:nvPr/>
            </p:nvSpPr>
            <p:spPr>
              <a:xfrm>
                <a:off x="7993633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710" y="0"/>
                    </a:moveTo>
                    <a:cubicBezTo>
                      <a:pt x="501" y="0"/>
                      <a:pt x="297" y="33"/>
                      <a:pt x="239" y="91"/>
                    </a:cubicBezTo>
                    <a:cubicBezTo>
                      <a:pt x="164" y="165"/>
                      <a:pt x="110" y="261"/>
                      <a:pt x="83" y="363"/>
                    </a:cubicBezTo>
                    <a:cubicBezTo>
                      <a:pt x="48" y="560"/>
                      <a:pt x="28" y="757"/>
                      <a:pt x="28" y="961"/>
                    </a:cubicBezTo>
                    <a:cubicBezTo>
                      <a:pt x="14" y="1077"/>
                      <a:pt x="1" y="1288"/>
                      <a:pt x="151" y="1329"/>
                    </a:cubicBezTo>
                    <a:cubicBezTo>
                      <a:pt x="545" y="1376"/>
                      <a:pt x="940" y="1411"/>
                      <a:pt x="1341" y="1417"/>
                    </a:cubicBezTo>
                    <a:cubicBezTo>
                      <a:pt x="1649" y="1417"/>
                      <a:pt x="1923" y="1436"/>
                      <a:pt x="2128" y="1436"/>
                    </a:cubicBezTo>
                    <a:cubicBezTo>
                      <a:pt x="2299" y="1436"/>
                      <a:pt x="2422" y="1423"/>
                      <a:pt x="2477" y="1376"/>
                    </a:cubicBezTo>
                    <a:cubicBezTo>
                      <a:pt x="2600" y="1268"/>
                      <a:pt x="2593" y="1016"/>
                      <a:pt x="2403" y="839"/>
                    </a:cubicBezTo>
                    <a:cubicBezTo>
                      <a:pt x="2219" y="669"/>
                      <a:pt x="1770" y="512"/>
                      <a:pt x="1647" y="431"/>
                    </a:cubicBezTo>
                    <a:cubicBezTo>
                      <a:pt x="1491" y="336"/>
                      <a:pt x="1348" y="227"/>
                      <a:pt x="1212" y="104"/>
                    </a:cubicBezTo>
                    <a:cubicBezTo>
                      <a:pt x="1134" y="33"/>
                      <a:pt x="919" y="0"/>
                      <a:pt x="7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63"/>
              <p:cNvSpPr/>
              <p:nvPr/>
            </p:nvSpPr>
            <p:spPr>
              <a:xfrm>
                <a:off x="8081293" y="2860713"/>
                <a:ext cx="109601" cy="137188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288" extrusionOk="0">
                    <a:moveTo>
                      <a:pt x="45" y="1"/>
                    </a:moveTo>
                    <a:cubicBezTo>
                      <a:pt x="23" y="1"/>
                      <a:pt x="0" y="19"/>
                      <a:pt x="8" y="49"/>
                    </a:cubicBezTo>
                    <a:cubicBezTo>
                      <a:pt x="15" y="76"/>
                      <a:pt x="137" y="695"/>
                      <a:pt x="960" y="1281"/>
                    </a:cubicBezTo>
                    <a:cubicBezTo>
                      <a:pt x="967" y="1281"/>
                      <a:pt x="974" y="1287"/>
                      <a:pt x="988" y="1287"/>
                    </a:cubicBezTo>
                    <a:cubicBezTo>
                      <a:pt x="994" y="1287"/>
                      <a:pt x="1008" y="1281"/>
                      <a:pt x="1015" y="1267"/>
                    </a:cubicBezTo>
                    <a:cubicBezTo>
                      <a:pt x="1028" y="1247"/>
                      <a:pt x="1022" y="1226"/>
                      <a:pt x="1008" y="1213"/>
                    </a:cubicBezTo>
                    <a:cubicBezTo>
                      <a:pt x="212" y="655"/>
                      <a:pt x="83" y="42"/>
                      <a:pt x="83" y="35"/>
                    </a:cubicBezTo>
                    <a:cubicBezTo>
                      <a:pt x="80" y="12"/>
                      <a:pt x="62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63"/>
              <p:cNvSpPr/>
              <p:nvPr/>
            </p:nvSpPr>
            <p:spPr>
              <a:xfrm>
                <a:off x="7498031" y="2837812"/>
                <a:ext cx="111306" cy="176704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1659" extrusionOk="0">
                    <a:moveTo>
                      <a:pt x="1003" y="1"/>
                    </a:moveTo>
                    <a:cubicBezTo>
                      <a:pt x="986" y="1"/>
                      <a:pt x="969" y="11"/>
                      <a:pt x="966" y="33"/>
                    </a:cubicBezTo>
                    <a:cubicBezTo>
                      <a:pt x="823" y="638"/>
                      <a:pt x="490" y="1183"/>
                      <a:pt x="14" y="1591"/>
                    </a:cubicBezTo>
                    <a:cubicBezTo>
                      <a:pt x="0" y="1604"/>
                      <a:pt x="0" y="1625"/>
                      <a:pt x="14" y="1645"/>
                    </a:cubicBezTo>
                    <a:cubicBezTo>
                      <a:pt x="21" y="1652"/>
                      <a:pt x="34" y="1659"/>
                      <a:pt x="41" y="1659"/>
                    </a:cubicBezTo>
                    <a:cubicBezTo>
                      <a:pt x="55" y="1659"/>
                      <a:pt x="61" y="1652"/>
                      <a:pt x="75" y="1645"/>
                    </a:cubicBezTo>
                    <a:cubicBezTo>
                      <a:pt x="558" y="1230"/>
                      <a:pt x="898" y="672"/>
                      <a:pt x="1041" y="46"/>
                    </a:cubicBezTo>
                    <a:cubicBezTo>
                      <a:pt x="1045" y="16"/>
                      <a:pt x="1024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63"/>
              <p:cNvSpPr/>
              <p:nvPr/>
            </p:nvSpPr>
            <p:spPr>
              <a:xfrm>
                <a:off x="7503037" y="1194112"/>
                <a:ext cx="585712" cy="608825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716" extrusionOk="0">
                    <a:moveTo>
                      <a:pt x="2913" y="0"/>
                    </a:moveTo>
                    <a:cubicBezTo>
                      <a:pt x="2137" y="0"/>
                      <a:pt x="1579" y="225"/>
                      <a:pt x="1239" y="497"/>
                    </a:cubicBezTo>
                    <a:cubicBezTo>
                      <a:pt x="913" y="762"/>
                      <a:pt x="654" y="1096"/>
                      <a:pt x="491" y="1483"/>
                    </a:cubicBezTo>
                    <a:cubicBezTo>
                      <a:pt x="327" y="1878"/>
                      <a:pt x="239" y="2300"/>
                      <a:pt x="239" y="2729"/>
                    </a:cubicBezTo>
                    <a:cubicBezTo>
                      <a:pt x="239" y="3116"/>
                      <a:pt x="293" y="3334"/>
                      <a:pt x="246" y="3627"/>
                    </a:cubicBezTo>
                    <a:cubicBezTo>
                      <a:pt x="219" y="3797"/>
                      <a:pt x="151" y="3960"/>
                      <a:pt x="117" y="4130"/>
                    </a:cubicBezTo>
                    <a:cubicBezTo>
                      <a:pt x="1" y="4620"/>
                      <a:pt x="151" y="5123"/>
                      <a:pt x="293" y="5606"/>
                    </a:cubicBezTo>
                    <a:cubicBezTo>
                      <a:pt x="634" y="5670"/>
                      <a:pt x="1061" y="5715"/>
                      <a:pt x="1467" y="5715"/>
                    </a:cubicBezTo>
                    <a:cubicBezTo>
                      <a:pt x="1711" y="5715"/>
                      <a:pt x="1947" y="5699"/>
                      <a:pt x="2151" y="5661"/>
                    </a:cubicBezTo>
                    <a:lnTo>
                      <a:pt x="5294" y="5661"/>
                    </a:lnTo>
                    <a:cubicBezTo>
                      <a:pt x="5471" y="5491"/>
                      <a:pt x="5498" y="5198"/>
                      <a:pt x="5451" y="4960"/>
                    </a:cubicBezTo>
                    <a:cubicBezTo>
                      <a:pt x="5410" y="4722"/>
                      <a:pt x="5308" y="4497"/>
                      <a:pt x="5274" y="4253"/>
                    </a:cubicBezTo>
                    <a:cubicBezTo>
                      <a:pt x="5192" y="3695"/>
                      <a:pt x="5485" y="3130"/>
                      <a:pt x="5416" y="2572"/>
                    </a:cubicBezTo>
                    <a:cubicBezTo>
                      <a:pt x="5348" y="1994"/>
                      <a:pt x="5117" y="1232"/>
                      <a:pt x="4716" y="824"/>
                    </a:cubicBezTo>
                    <a:cubicBezTo>
                      <a:pt x="4335" y="443"/>
                      <a:pt x="3695" y="0"/>
                      <a:pt x="291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63"/>
              <p:cNvSpPr/>
              <p:nvPr/>
            </p:nvSpPr>
            <p:spPr>
              <a:xfrm>
                <a:off x="7718299" y="1761504"/>
                <a:ext cx="167544" cy="72535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681" extrusionOk="0">
                    <a:moveTo>
                      <a:pt x="1" y="1"/>
                    </a:moveTo>
                    <a:lnTo>
                      <a:pt x="1" y="674"/>
                    </a:lnTo>
                    <a:lnTo>
                      <a:pt x="1572" y="681"/>
                    </a:lnTo>
                    <a:lnTo>
                      <a:pt x="1572" y="1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63"/>
              <p:cNvSpPr/>
              <p:nvPr/>
            </p:nvSpPr>
            <p:spPr>
              <a:xfrm>
                <a:off x="7592933" y="1265794"/>
                <a:ext cx="415292" cy="524042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20" extrusionOk="0">
                    <a:moveTo>
                      <a:pt x="1960" y="1"/>
                    </a:moveTo>
                    <a:cubicBezTo>
                      <a:pt x="1205" y="1"/>
                      <a:pt x="443" y="395"/>
                      <a:pt x="130" y="1123"/>
                    </a:cubicBezTo>
                    <a:cubicBezTo>
                      <a:pt x="0" y="1409"/>
                      <a:pt x="35" y="1695"/>
                      <a:pt x="35" y="2144"/>
                    </a:cubicBezTo>
                    <a:cubicBezTo>
                      <a:pt x="35" y="3505"/>
                      <a:pt x="851" y="4920"/>
                      <a:pt x="1960" y="4920"/>
                    </a:cubicBezTo>
                    <a:cubicBezTo>
                      <a:pt x="3076" y="4920"/>
                      <a:pt x="3885" y="3505"/>
                      <a:pt x="3885" y="2144"/>
                    </a:cubicBezTo>
                    <a:cubicBezTo>
                      <a:pt x="3885" y="1634"/>
                      <a:pt x="3899" y="1205"/>
                      <a:pt x="3695" y="865"/>
                    </a:cubicBezTo>
                    <a:cubicBezTo>
                      <a:pt x="3348" y="307"/>
                      <a:pt x="2627" y="1"/>
                      <a:pt x="19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63"/>
              <p:cNvSpPr/>
              <p:nvPr/>
            </p:nvSpPr>
            <p:spPr>
              <a:xfrm>
                <a:off x="7767933" y="1652009"/>
                <a:ext cx="74878" cy="15018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41" extrusionOk="0">
                    <a:moveTo>
                      <a:pt x="655" y="0"/>
                    </a:moveTo>
                    <a:cubicBezTo>
                      <a:pt x="652" y="0"/>
                      <a:pt x="648" y="1"/>
                      <a:pt x="643" y="1"/>
                    </a:cubicBezTo>
                    <a:cubicBezTo>
                      <a:pt x="562" y="15"/>
                      <a:pt x="473" y="22"/>
                      <a:pt x="392" y="22"/>
                    </a:cubicBezTo>
                    <a:cubicBezTo>
                      <a:pt x="364" y="23"/>
                      <a:pt x="338" y="24"/>
                      <a:pt x="311" y="24"/>
                    </a:cubicBezTo>
                    <a:cubicBezTo>
                      <a:pt x="238" y="24"/>
                      <a:pt x="167" y="18"/>
                      <a:pt x="92" y="8"/>
                    </a:cubicBezTo>
                    <a:cubicBezTo>
                      <a:pt x="75" y="8"/>
                      <a:pt x="57" y="6"/>
                      <a:pt x="42" y="6"/>
                    </a:cubicBezTo>
                    <a:cubicBezTo>
                      <a:pt x="16" y="6"/>
                      <a:pt x="0" y="12"/>
                      <a:pt x="18" y="42"/>
                    </a:cubicBezTo>
                    <a:cubicBezTo>
                      <a:pt x="72" y="90"/>
                      <a:pt x="147" y="124"/>
                      <a:pt x="222" y="130"/>
                    </a:cubicBezTo>
                    <a:cubicBezTo>
                      <a:pt x="262" y="137"/>
                      <a:pt x="305" y="141"/>
                      <a:pt x="348" y="141"/>
                    </a:cubicBezTo>
                    <a:cubicBezTo>
                      <a:pt x="390" y="141"/>
                      <a:pt x="433" y="137"/>
                      <a:pt x="473" y="130"/>
                    </a:cubicBezTo>
                    <a:cubicBezTo>
                      <a:pt x="548" y="124"/>
                      <a:pt x="616" y="90"/>
                      <a:pt x="678" y="49"/>
                    </a:cubicBezTo>
                    <a:cubicBezTo>
                      <a:pt x="702" y="30"/>
                      <a:pt x="693" y="0"/>
                      <a:pt x="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63"/>
              <p:cNvSpPr/>
              <p:nvPr/>
            </p:nvSpPr>
            <p:spPr>
              <a:xfrm>
                <a:off x="7736086" y="1772900"/>
                <a:ext cx="120040" cy="20557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93" extrusionOk="0">
                    <a:moveTo>
                      <a:pt x="47" y="0"/>
                    </a:moveTo>
                    <a:cubicBezTo>
                      <a:pt x="19" y="0"/>
                      <a:pt x="1" y="45"/>
                      <a:pt x="31" y="57"/>
                    </a:cubicBezTo>
                    <a:cubicBezTo>
                      <a:pt x="215" y="145"/>
                      <a:pt x="419" y="193"/>
                      <a:pt x="616" y="193"/>
                    </a:cubicBezTo>
                    <a:cubicBezTo>
                      <a:pt x="786" y="193"/>
                      <a:pt x="949" y="159"/>
                      <a:pt x="1099" y="104"/>
                    </a:cubicBezTo>
                    <a:cubicBezTo>
                      <a:pt x="1119" y="98"/>
                      <a:pt x="1126" y="77"/>
                      <a:pt x="1119" y="64"/>
                    </a:cubicBezTo>
                    <a:cubicBezTo>
                      <a:pt x="1113" y="50"/>
                      <a:pt x="1092" y="43"/>
                      <a:pt x="1079" y="43"/>
                    </a:cubicBezTo>
                    <a:cubicBezTo>
                      <a:pt x="928" y="102"/>
                      <a:pt x="770" y="131"/>
                      <a:pt x="613" y="131"/>
                    </a:cubicBezTo>
                    <a:cubicBezTo>
                      <a:pt x="423" y="131"/>
                      <a:pt x="233" y="88"/>
                      <a:pt x="58" y="2"/>
                    </a:cubicBezTo>
                    <a:cubicBezTo>
                      <a:pt x="54" y="1"/>
                      <a:pt x="51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63"/>
              <p:cNvSpPr/>
              <p:nvPr/>
            </p:nvSpPr>
            <p:spPr>
              <a:xfrm>
                <a:off x="7661527" y="1456558"/>
                <a:ext cx="95329" cy="30676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88" extrusionOk="0">
                    <a:moveTo>
                      <a:pt x="663" y="0"/>
                    </a:moveTo>
                    <a:cubicBezTo>
                      <a:pt x="633" y="0"/>
                      <a:pt x="601" y="2"/>
                      <a:pt x="568" y="6"/>
                    </a:cubicBezTo>
                    <a:cubicBezTo>
                      <a:pt x="397" y="13"/>
                      <a:pt x="241" y="60"/>
                      <a:pt x="105" y="156"/>
                    </a:cubicBezTo>
                    <a:cubicBezTo>
                      <a:pt x="0" y="233"/>
                      <a:pt x="7" y="288"/>
                      <a:pt x="75" y="288"/>
                    </a:cubicBezTo>
                    <a:cubicBezTo>
                      <a:pt x="91" y="288"/>
                      <a:pt x="110" y="285"/>
                      <a:pt x="132" y="278"/>
                    </a:cubicBezTo>
                    <a:cubicBezTo>
                      <a:pt x="268" y="251"/>
                      <a:pt x="404" y="224"/>
                      <a:pt x="547" y="217"/>
                    </a:cubicBezTo>
                    <a:cubicBezTo>
                      <a:pt x="704" y="203"/>
                      <a:pt x="833" y="237"/>
                      <a:pt x="867" y="128"/>
                    </a:cubicBezTo>
                    <a:cubicBezTo>
                      <a:pt x="895" y="39"/>
                      <a:pt x="799" y="0"/>
                      <a:pt x="66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63"/>
              <p:cNvSpPr/>
              <p:nvPr/>
            </p:nvSpPr>
            <p:spPr>
              <a:xfrm>
                <a:off x="7855593" y="1457836"/>
                <a:ext cx="97885" cy="2737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257" extrusionOk="0">
                    <a:moveTo>
                      <a:pt x="366" y="0"/>
                    </a:moveTo>
                    <a:cubicBezTo>
                      <a:pt x="354" y="0"/>
                      <a:pt x="342" y="0"/>
                      <a:pt x="331" y="1"/>
                    </a:cubicBezTo>
                    <a:cubicBezTo>
                      <a:pt x="317" y="0"/>
                      <a:pt x="304" y="0"/>
                      <a:pt x="291" y="0"/>
                    </a:cubicBezTo>
                    <a:cubicBezTo>
                      <a:pt x="121" y="0"/>
                      <a:pt x="0" y="42"/>
                      <a:pt x="38" y="144"/>
                    </a:cubicBezTo>
                    <a:cubicBezTo>
                      <a:pt x="61" y="200"/>
                      <a:pt x="109" y="213"/>
                      <a:pt x="174" y="213"/>
                    </a:cubicBezTo>
                    <a:cubicBezTo>
                      <a:pt x="226" y="213"/>
                      <a:pt x="288" y="205"/>
                      <a:pt x="358" y="205"/>
                    </a:cubicBezTo>
                    <a:cubicBezTo>
                      <a:pt x="501" y="212"/>
                      <a:pt x="637" y="225"/>
                      <a:pt x="780" y="253"/>
                    </a:cubicBezTo>
                    <a:cubicBezTo>
                      <a:pt x="795" y="255"/>
                      <a:pt x="809" y="256"/>
                      <a:pt x="821" y="256"/>
                    </a:cubicBezTo>
                    <a:cubicBezTo>
                      <a:pt x="903" y="256"/>
                      <a:pt x="918" y="200"/>
                      <a:pt x="800" y="123"/>
                    </a:cubicBezTo>
                    <a:cubicBezTo>
                      <a:pt x="668" y="41"/>
                      <a:pt x="517" y="0"/>
                      <a:pt x="366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63"/>
              <p:cNvSpPr/>
              <p:nvPr/>
            </p:nvSpPr>
            <p:spPr>
              <a:xfrm>
                <a:off x="7792431" y="1547733"/>
                <a:ext cx="51659" cy="74026"/>
              </a:xfrm>
              <a:custGeom>
                <a:avLst/>
                <a:gdLst/>
                <a:ahLst/>
                <a:cxnLst/>
                <a:rect l="l" t="t" r="r" b="b"/>
                <a:pathLst>
                  <a:path w="485" h="695" extrusionOk="0">
                    <a:moveTo>
                      <a:pt x="107" y="0"/>
                    </a:moveTo>
                    <a:cubicBezTo>
                      <a:pt x="87" y="0"/>
                      <a:pt x="73" y="7"/>
                      <a:pt x="73" y="28"/>
                    </a:cubicBezTo>
                    <a:cubicBezTo>
                      <a:pt x="73" y="41"/>
                      <a:pt x="87" y="62"/>
                      <a:pt x="101" y="62"/>
                    </a:cubicBezTo>
                    <a:cubicBezTo>
                      <a:pt x="485" y="75"/>
                      <a:pt x="451" y="637"/>
                      <a:pt x="95" y="637"/>
                    </a:cubicBezTo>
                    <a:cubicBezTo>
                      <a:pt x="80" y="637"/>
                      <a:pt x="63" y="636"/>
                      <a:pt x="46" y="633"/>
                    </a:cubicBezTo>
                    <a:cubicBezTo>
                      <a:pt x="44" y="633"/>
                      <a:pt x="42" y="633"/>
                      <a:pt x="40" y="633"/>
                    </a:cubicBezTo>
                    <a:cubicBezTo>
                      <a:pt x="5" y="633"/>
                      <a:pt x="1" y="688"/>
                      <a:pt x="39" y="688"/>
                    </a:cubicBezTo>
                    <a:lnTo>
                      <a:pt x="73" y="688"/>
                    </a:lnTo>
                    <a:lnTo>
                      <a:pt x="80" y="694"/>
                    </a:lnTo>
                    <a:cubicBezTo>
                      <a:pt x="257" y="688"/>
                      <a:pt x="400" y="552"/>
                      <a:pt x="420" y="381"/>
                    </a:cubicBezTo>
                    <a:cubicBezTo>
                      <a:pt x="434" y="191"/>
                      <a:pt x="298" y="21"/>
                      <a:pt x="1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63"/>
              <p:cNvSpPr/>
              <p:nvPr/>
            </p:nvSpPr>
            <p:spPr>
              <a:xfrm>
                <a:off x="7872635" y="1499909"/>
                <a:ext cx="26948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70" extrusionOk="0">
                    <a:moveTo>
                      <a:pt x="130" y="0"/>
                    </a:moveTo>
                    <a:cubicBezTo>
                      <a:pt x="55" y="0"/>
                      <a:pt x="1" y="102"/>
                      <a:pt x="1" y="232"/>
                    </a:cubicBezTo>
                    <a:cubicBezTo>
                      <a:pt x="1" y="361"/>
                      <a:pt x="55" y="470"/>
                      <a:pt x="130" y="470"/>
                    </a:cubicBezTo>
                    <a:cubicBezTo>
                      <a:pt x="198" y="470"/>
                      <a:pt x="252" y="361"/>
                      <a:pt x="252" y="232"/>
                    </a:cubicBezTo>
                    <a:cubicBezTo>
                      <a:pt x="252" y="102"/>
                      <a:pt x="198" y="0"/>
                      <a:pt x="1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63"/>
              <p:cNvSpPr/>
              <p:nvPr/>
            </p:nvSpPr>
            <p:spPr>
              <a:xfrm>
                <a:off x="7716168" y="1499909"/>
                <a:ext cx="26841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2" h="470" extrusionOk="0">
                    <a:moveTo>
                      <a:pt x="129" y="0"/>
                    </a:moveTo>
                    <a:cubicBezTo>
                      <a:pt x="55" y="0"/>
                      <a:pt x="0" y="102"/>
                      <a:pt x="0" y="232"/>
                    </a:cubicBezTo>
                    <a:cubicBezTo>
                      <a:pt x="0" y="361"/>
                      <a:pt x="61" y="470"/>
                      <a:pt x="129" y="470"/>
                    </a:cubicBezTo>
                    <a:cubicBezTo>
                      <a:pt x="197" y="470"/>
                      <a:pt x="252" y="361"/>
                      <a:pt x="252" y="232"/>
                    </a:cubicBezTo>
                    <a:cubicBezTo>
                      <a:pt x="252" y="102"/>
                      <a:pt x="197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63"/>
              <p:cNvSpPr/>
              <p:nvPr/>
            </p:nvSpPr>
            <p:spPr>
              <a:xfrm>
                <a:off x="7550861" y="1259297"/>
                <a:ext cx="4711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4423" h="3757" extrusionOk="0">
                    <a:moveTo>
                      <a:pt x="4287" y="2266"/>
                    </a:moveTo>
                    <a:cubicBezTo>
                      <a:pt x="4287" y="2266"/>
                      <a:pt x="4287" y="2266"/>
                      <a:pt x="4287" y="2266"/>
                    </a:cubicBezTo>
                    <a:cubicBezTo>
                      <a:pt x="4287" y="2266"/>
                      <a:pt x="4287" y="2266"/>
                      <a:pt x="4287" y="2266"/>
                    </a:cubicBezTo>
                    <a:close/>
                    <a:moveTo>
                      <a:pt x="2362" y="1"/>
                    </a:moveTo>
                    <a:cubicBezTo>
                      <a:pt x="1756" y="1"/>
                      <a:pt x="892" y="266"/>
                      <a:pt x="525" y="722"/>
                    </a:cubicBezTo>
                    <a:cubicBezTo>
                      <a:pt x="389" y="892"/>
                      <a:pt x="368" y="1164"/>
                      <a:pt x="355" y="1382"/>
                    </a:cubicBezTo>
                    <a:cubicBezTo>
                      <a:pt x="348" y="1552"/>
                      <a:pt x="239" y="1729"/>
                      <a:pt x="185" y="1892"/>
                    </a:cubicBezTo>
                    <a:cubicBezTo>
                      <a:pt x="123" y="2062"/>
                      <a:pt x="83" y="2246"/>
                      <a:pt x="42" y="2423"/>
                    </a:cubicBezTo>
                    <a:cubicBezTo>
                      <a:pt x="21" y="2518"/>
                      <a:pt x="8" y="2613"/>
                      <a:pt x="1" y="2715"/>
                    </a:cubicBezTo>
                    <a:cubicBezTo>
                      <a:pt x="8" y="2824"/>
                      <a:pt x="21" y="2940"/>
                      <a:pt x="49" y="3055"/>
                    </a:cubicBezTo>
                    <a:cubicBezTo>
                      <a:pt x="69" y="3137"/>
                      <a:pt x="96" y="3205"/>
                      <a:pt x="123" y="3280"/>
                    </a:cubicBezTo>
                    <a:cubicBezTo>
                      <a:pt x="151" y="3368"/>
                      <a:pt x="130" y="3470"/>
                      <a:pt x="151" y="3566"/>
                    </a:cubicBezTo>
                    <a:cubicBezTo>
                      <a:pt x="171" y="3668"/>
                      <a:pt x="253" y="3749"/>
                      <a:pt x="361" y="3756"/>
                    </a:cubicBezTo>
                    <a:cubicBezTo>
                      <a:pt x="436" y="3743"/>
                      <a:pt x="498" y="3702"/>
                      <a:pt x="538" y="3634"/>
                    </a:cubicBezTo>
                    <a:cubicBezTo>
                      <a:pt x="688" y="3436"/>
                      <a:pt x="756" y="3185"/>
                      <a:pt x="722" y="2933"/>
                    </a:cubicBezTo>
                    <a:cubicBezTo>
                      <a:pt x="702" y="2804"/>
                      <a:pt x="654" y="2681"/>
                      <a:pt x="620" y="2559"/>
                    </a:cubicBezTo>
                    <a:cubicBezTo>
                      <a:pt x="579" y="2348"/>
                      <a:pt x="566" y="2137"/>
                      <a:pt x="579" y="1926"/>
                    </a:cubicBezTo>
                    <a:cubicBezTo>
                      <a:pt x="593" y="1804"/>
                      <a:pt x="620" y="1681"/>
                      <a:pt x="654" y="1559"/>
                    </a:cubicBezTo>
                    <a:cubicBezTo>
                      <a:pt x="654" y="1559"/>
                      <a:pt x="824" y="1525"/>
                      <a:pt x="1021" y="1484"/>
                    </a:cubicBezTo>
                    <a:cubicBezTo>
                      <a:pt x="1246" y="1436"/>
                      <a:pt x="1709" y="1389"/>
                      <a:pt x="1770" y="1348"/>
                    </a:cubicBezTo>
                    <a:cubicBezTo>
                      <a:pt x="1831" y="1307"/>
                      <a:pt x="1831" y="824"/>
                      <a:pt x="1831" y="824"/>
                    </a:cubicBezTo>
                    <a:cubicBezTo>
                      <a:pt x="1831" y="824"/>
                      <a:pt x="1906" y="1273"/>
                      <a:pt x="1954" y="1314"/>
                    </a:cubicBezTo>
                    <a:cubicBezTo>
                      <a:pt x="1984" y="1345"/>
                      <a:pt x="2112" y="1353"/>
                      <a:pt x="2261" y="1353"/>
                    </a:cubicBezTo>
                    <a:cubicBezTo>
                      <a:pt x="2342" y="1353"/>
                      <a:pt x="2430" y="1350"/>
                      <a:pt x="2511" y="1348"/>
                    </a:cubicBezTo>
                    <a:cubicBezTo>
                      <a:pt x="2550" y="1347"/>
                      <a:pt x="2590" y="1346"/>
                      <a:pt x="2630" y="1346"/>
                    </a:cubicBezTo>
                    <a:cubicBezTo>
                      <a:pt x="2733" y="1346"/>
                      <a:pt x="2840" y="1349"/>
                      <a:pt x="2927" y="1349"/>
                    </a:cubicBezTo>
                    <a:cubicBezTo>
                      <a:pt x="3019" y="1349"/>
                      <a:pt x="3089" y="1346"/>
                      <a:pt x="3110" y="1334"/>
                    </a:cubicBezTo>
                    <a:cubicBezTo>
                      <a:pt x="3158" y="1300"/>
                      <a:pt x="3185" y="1062"/>
                      <a:pt x="3185" y="1062"/>
                    </a:cubicBezTo>
                    <a:cubicBezTo>
                      <a:pt x="3185" y="1062"/>
                      <a:pt x="3226" y="1300"/>
                      <a:pt x="3267" y="1341"/>
                    </a:cubicBezTo>
                    <a:cubicBezTo>
                      <a:pt x="3294" y="1368"/>
                      <a:pt x="3425" y="1380"/>
                      <a:pt x="3541" y="1380"/>
                    </a:cubicBezTo>
                    <a:cubicBezTo>
                      <a:pt x="3629" y="1380"/>
                      <a:pt x="3709" y="1373"/>
                      <a:pt x="3729" y="1361"/>
                    </a:cubicBezTo>
                    <a:cubicBezTo>
                      <a:pt x="3770" y="1334"/>
                      <a:pt x="3811" y="1001"/>
                      <a:pt x="3811" y="1001"/>
                    </a:cubicBezTo>
                    <a:cubicBezTo>
                      <a:pt x="3811" y="1001"/>
                      <a:pt x="3947" y="1484"/>
                      <a:pt x="3981" y="1627"/>
                    </a:cubicBezTo>
                    <a:cubicBezTo>
                      <a:pt x="4015" y="1776"/>
                      <a:pt x="4110" y="2103"/>
                      <a:pt x="4287" y="2266"/>
                    </a:cubicBezTo>
                    <a:lnTo>
                      <a:pt x="4287" y="2266"/>
                    </a:lnTo>
                    <a:cubicBezTo>
                      <a:pt x="4282" y="2255"/>
                      <a:pt x="4422" y="959"/>
                      <a:pt x="4253" y="722"/>
                    </a:cubicBezTo>
                    <a:cubicBezTo>
                      <a:pt x="3886" y="218"/>
                      <a:pt x="2994" y="1"/>
                      <a:pt x="2362" y="1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63"/>
              <p:cNvSpPr/>
              <p:nvPr/>
            </p:nvSpPr>
            <p:spPr>
              <a:xfrm>
                <a:off x="7946555" y="1500974"/>
                <a:ext cx="108110" cy="115034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080" extrusionOk="0">
                    <a:moveTo>
                      <a:pt x="558" y="0"/>
                    </a:moveTo>
                    <a:cubicBezTo>
                      <a:pt x="360" y="0"/>
                      <a:pt x="164" y="164"/>
                      <a:pt x="89" y="405"/>
                    </a:cubicBezTo>
                    <a:cubicBezTo>
                      <a:pt x="1" y="698"/>
                      <a:pt x="109" y="991"/>
                      <a:pt x="341" y="1065"/>
                    </a:cubicBezTo>
                    <a:cubicBezTo>
                      <a:pt x="375" y="1075"/>
                      <a:pt x="410" y="1080"/>
                      <a:pt x="445" y="1080"/>
                    </a:cubicBezTo>
                    <a:cubicBezTo>
                      <a:pt x="649" y="1080"/>
                      <a:pt x="844" y="915"/>
                      <a:pt x="926" y="671"/>
                    </a:cubicBezTo>
                    <a:cubicBezTo>
                      <a:pt x="1014" y="378"/>
                      <a:pt x="906" y="86"/>
                      <a:pt x="667" y="18"/>
                    </a:cubicBezTo>
                    <a:cubicBezTo>
                      <a:pt x="631" y="6"/>
                      <a:pt x="595" y="0"/>
                      <a:pt x="558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63"/>
              <p:cNvSpPr/>
              <p:nvPr/>
            </p:nvSpPr>
            <p:spPr>
              <a:xfrm>
                <a:off x="7579193" y="1626446"/>
                <a:ext cx="42072" cy="6049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68" extrusionOk="0">
                    <a:moveTo>
                      <a:pt x="356" y="0"/>
                    </a:moveTo>
                    <a:cubicBezTo>
                      <a:pt x="345" y="0"/>
                      <a:pt x="332" y="8"/>
                      <a:pt x="327" y="23"/>
                    </a:cubicBezTo>
                    <a:cubicBezTo>
                      <a:pt x="245" y="200"/>
                      <a:pt x="143" y="364"/>
                      <a:pt x="14" y="513"/>
                    </a:cubicBezTo>
                    <a:cubicBezTo>
                      <a:pt x="0" y="527"/>
                      <a:pt x="0" y="547"/>
                      <a:pt x="14" y="561"/>
                    </a:cubicBezTo>
                    <a:cubicBezTo>
                      <a:pt x="21" y="568"/>
                      <a:pt x="27" y="568"/>
                      <a:pt x="34" y="568"/>
                    </a:cubicBezTo>
                    <a:cubicBezTo>
                      <a:pt x="48" y="568"/>
                      <a:pt x="61" y="568"/>
                      <a:pt x="68" y="554"/>
                    </a:cubicBezTo>
                    <a:cubicBezTo>
                      <a:pt x="198" y="404"/>
                      <a:pt x="306" y="228"/>
                      <a:pt x="388" y="44"/>
                    </a:cubicBezTo>
                    <a:cubicBezTo>
                      <a:pt x="395" y="30"/>
                      <a:pt x="381" y="10"/>
                      <a:pt x="368" y="3"/>
                    </a:cubicBezTo>
                    <a:cubicBezTo>
                      <a:pt x="364" y="1"/>
                      <a:pt x="360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63"/>
              <p:cNvSpPr/>
              <p:nvPr/>
            </p:nvSpPr>
            <p:spPr>
              <a:xfrm>
                <a:off x="8014723" y="1675974"/>
                <a:ext cx="17468" cy="8201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770" extrusionOk="0">
                    <a:moveTo>
                      <a:pt x="27" y="1"/>
                    </a:moveTo>
                    <a:cubicBezTo>
                      <a:pt x="14" y="7"/>
                      <a:pt x="0" y="28"/>
                      <a:pt x="0" y="42"/>
                    </a:cubicBezTo>
                    <a:cubicBezTo>
                      <a:pt x="55" y="280"/>
                      <a:pt x="95" y="491"/>
                      <a:pt x="34" y="729"/>
                    </a:cubicBezTo>
                    <a:cubicBezTo>
                      <a:pt x="34" y="749"/>
                      <a:pt x="41" y="763"/>
                      <a:pt x="61" y="769"/>
                    </a:cubicBezTo>
                    <a:lnTo>
                      <a:pt x="68" y="769"/>
                    </a:lnTo>
                    <a:cubicBezTo>
                      <a:pt x="82" y="769"/>
                      <a:pt x="95" y="763"/>
                      <a:pt x="102" y="749"/>
                    </a:cubicBezTo>
                    <a:cubicBezTo>
                      <a:pt x="163" y="491"/>
                      <a:pt x="116" y="266"/>
                      <a:pt x="68" y="28"/>
                    </a:cubicBezTo>
                    <a:cubicBezTo>
                      <a:pt x="61" y="14"/>
                      <a:pt x="48" y="1"/>
                      <a:pt x="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63"/>
              <p:cNvSpPr/>
              <p:nvPr/>
            </p:nvSpPr>
            <p:spPr>
              <a:xfrm>
                <a:off x="7884245" y="1291144"/>
                <a:ext cx="10225" cy="70405"/>
              </a:xfrm>
              <a:custGeom>
                <a:avLst/>
                <a:gdLst/>
                <a:ahLst/>
                <a:cxnLst/>
                <a:rect l="l" t="t" r="r" b="b"/>
                <a:pathLst>
                  <a:path w="96" h="661" extrusionOk="0">
                    <a:moveTo>
                      <a:pt x="32" y="1"/>
                    </a:moveTo>
                    <a:cubicBezTo>
                      <a:pt x="16" y="1"/>
                      <a:pt x="1" y="13"/>
                      <a:pt x="1" y="35"/>
                    </a:cubicBezTo>
                    <a:cubicBezTo>
                      <a:pt x="21" y="232"/>
                      <a:pt x="28" y="430"/>
                      <a:pt x="28" y="627"/>
                    </a:cubicBezTo>
                    <a:cubicBezTo>
                      <a:pt x="28" y="647"/>
                      <a:pt x="41" y="661"/>
                      <a:pt x="62" y="661"/>
                    </a:cubicBezTo>
                    <a:cubicBezTo>
                      <a:pt x="82" y="661"/>
                      <a:pt x="96" y="647"/>
                      <a:pt x="96" y="627"/>
                    </a:cubicBezTo>
                    <a:cubicBezTo>
                      <a:pt x="96" y="430"/>
                      <a:pt x="82" y="226"/>
                      <a:pt x="62" y="28"/>
                    </a:cubicBezTo>
                    <a:cubicBezTo>
                      <a:pt x="59" y="9"/>
                      <a:pt x="45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63"/>
              <p:cNvSpPr/>
              <p:nvPr/>
            </p:nvSpPr>
            <p:spPr>
              <a:xfrm>
                <a:off x="7627017" y="1263877"/>
                <a:ext cx="64760" cy="7818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734" extrusionOk="0">
                    <a:moveTo>
                      <a:pt x="562" y="1"/>
                    </a:moveTo>
                    <a:cubicBezTo>
                      <a:pt x="557" y="1"/>
                      <a:pt x="551" y="2"/>
                      <a:pt x="545" y="5"/>
                    </a:cubicBezTo>
                    <a:cubicBezTo>
                      <a:pt x="286" y="155"/>
                      <a:pt x="89" y="400"/>
                      <a:pt x="7" y="692"/>
                    </a:cubicBezTo>
                    <a:cubicBezTo>
                      <a:pt x="0" y="706"/>
                      <a:pt x="14" y="726"/>
                      <a:pt x="27" y="733"/>
                    </a:cubicBezTo>
                    <a:lnTo>
                      <a:pt x="41" y="733"/>
                    </a:lnTo>
                    <a:cubicBezTo>
                      <a:pt x="48" y="733"/>
                      <a:pt x="61" y="720"/>
                      <a:pt x="68" y="713"/>
                    </a:cubicBezTo>
                    <a:cubicBezTo>
                      <a:pt x="150" y="441"/>
                      <a:pt x="334" y="209"/>
                      <a:pt x="579" y="60"/>
                    </a:cubicBezTo>
                    <a:cubicBezTo>
                      <a:pt x="607" y="42"/>
                      <a:pt x="592" y="1"/>
                      <a:pt x="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63"/>
              <p:cNvSpPr/>
              <p:nvPr/>
            </p:nvSpPr>
            <p:spPr>
              <a:xfrm>
                <a:off x="7769744" y="1210195"/>
                <a:ext cx="28545" cy="5357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503" extrusionOk="0">
                    <a:moveTo>
                      <a:pt x="223" y="0"/>
                    </a:moveTo>
                    <a:cubicBezTo>
                      <a:pt x="217" y="0"/>
                      <a:pt x="211" y="2"/>
                      <a:pt x="205" y="6"/>
                    </a:cubicBezTo>
                    <a:cubicBezTo>
                      <a:pt x="198" y="13"/>
                      <a:pt x="62" y="121"/>
                      <a:pt x="1" y="462"/>
                    </a:cubicBezTo>
                    <a:cubicBezTo>
                      <a:pt x="1" y="482"/>
                      <a:pt x="14" y="496"/>
                      <a:pt x="28" y="502"/>
                    </a:cubicBezTo>
                    <a:lnTo>
                      <a:pt x="35" y="502"/>
                    </a:lnTo>
                    <a:cubicBezTo>
                      <a:pt x="48" y="502"/>
                      <a:pt x="62" y="489"/>
                      <a:pt x="69" y="475"/>
                    </a:cubicBezTo>
                    <a:cubicBezTo>
                      <a:pt x="123" y="162"/>
                      <a:pt x="245" y="53"/>
                      <a:pt x="245" y="53"/>
                    </a:cubicBezTo>
                    <a:cubicBezTo>
                      <a:pt x="268" y="31"/>
                      <a:pt x="24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63"/>
              <p:cNvSpPr/>
              <p:nvPr/>
            </p:nvSpPr>
            <p:spPr>
              <a:xfrm>
                <a:off x="7784230" y="1252054"/>
                <a:ext cx="12462" cy="3994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75" extrusionOk="0">
                    <a:moveTo>
                      <a:pt x="89" y="1"/>
                    </a:moveTo>
                    <a:cubicBezTo>
                      <a:pt x="69" y="1"/>
                      <a:pt x="48" y="7"/>
                      <a:pt x="48" y="28"/>
                    </a:cubicBezTo>
                    <a:cubicBezTo>
                      <a:pt x="21" y="130"/>
                      <a:pt x="7" y="232"/>
                      <a:pt x="1" y="341"/>
                    </a:cubicBezTo>
                    <a:cubicBezTo>
                      <a:pt x="1" y="361"/>
                      <a:pt x="14" y="375"/>
                      <a:pt x="28" y="375"/>
                    </a:cubicBezTo>
                    <a:cubicBezTo>
                      <a:pt x="48" y="375"/>
                      <a:pt x="62" y="361"/>
                      <a:pt x="62" y="341"/>
                    </a:cubicBezTo>
                    <a:cubicBezTo>
                      <a:pt x="69" y="239"/>
                      <a:pt x="89" y="137"/>
                      <a:pt x="109" y="41"/>
                    </a:cubicBezTo>
                    <a:cubicBezTo>
                      <a:pt x="116" y="21"/>
                      <a:pt x="103" y="7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63"/>
              <p:cNvSpPr/>
              <p:nvPr/>
            </p:nvSpPr>
            <p:spPr>
              <a:xfrm>
                <a:off x="7997255" y="1383917"/>
                <a:ext cx="53043" cy="9362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879" extrusionOk="0">
                    <a:moveTo>
                      <a:pt x="28" y="1"/>
                    </a:moveTo>
                    <a:cubicBezTo>
                      <a:pt x="14" y="8"/>
                      <a:pt x="1" y="21"/>
                      <a:pt x="1" y="42"/>
                    </a:cubicBezTo>
                    <a:cubicBezTo>
                      <a:pt x="69" y="348"/>
                      <a:pt x="219" y="634"/>
                      <a:pt x="436" y="865"/>
                    </a:cubicBezTo>
                    <a:cubicBezTo>
                      <a:pt x="443" y="872"/>
                      <a:pt x="457" y="879"/>
                      <a:pt x="464" y="879"/>
                    </a:cubicBezTo>
                    <a:cubicBezTo>
                      <a:pt x="470" y="879"/>
                      <a:pt x="477" y="872"/>
                      <a:pt x="484" y="865"/>
                    </a:cubicBezTo>
                    <a:cubicBezTo>
                      <a:pt x="498" y="851"/>
                      <a:pt x="498" y="831"/>
                      <a:pt x="484" y="817"/>
                    </a:cubicBezTo>
                    <a:cubicBezTo>
                      <a:pt x="280" y="600"/>
                      <a:pt x="130" y="327"/>
                      <a:pt x="69" y="28"/>
                    </a:cubicBezTo>
                    <a:cubicBezTo>
                      <a:pt x="62" y="14"/>
                      <a:pt x="49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63"/>
              <p:cNvSpPr/>
              <p:nvPr/>
            </p:nvSpPr>
            <p:spPr>
              <a:xfrm>
                <a:off x="7690073" y="1833293"/>
                <a:ext cx="259464" cy="184160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729" extrusionOk="0">
                    <a:moveTo>
                      <a:pt x="266" y="0"/>
                    </a:moveTo>
                    <a:lnTo>
                      <a:pt x="0" y="75"/>
                    </a:lnTo>
                    <a:lnTo>
                      <a:pt x="334" y="1728"/>
                    </a:lnTo>
                    <a:lnTo>
                      <a:pt x="1402" y="1708"/>
                    </a:lnTo>
                    <a:lnTo>
                      <a:pt x="2436" y="490"/>
                    </a:lnTo>
                    <a:lnTo>
                      <a:pt x="2109" y="61"/>
                    </a:lnTo>
                    <a:lnTo>
                      <a:pt x="1837" y="7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63"/>
              <p:cNvSpPr/>
              <p:nvPr/>
            </p:nvSpPr>
            <p:spPr>
              <a:xfrm>
                <a:off x="7293420" y="2002009"/>
                <a:ext cx="297809" cy="48899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4591" extrusionOk="0">
                    <a:moveTo>
                      <a:pt x="2176" y="1"/>
                    </a:moveTo>
                    <a:cubicBezTo>
                      <a:pt x="2018" y="1"/>
                      <a:pt x="1840" y="91"/>
                      <a:pt x="1669" y="301"/>
                    </a:cubicBezTo>
                    <a:cubicBezTo>
                      <a:pt x="1118" y="981"/>
                      <a:pt x="561" y="2648"/>
                      <a:pt x="234" y="3478"/>
                    </a:cubicBezTo>
                    <a:cubicBezTo>
                      <a:pt x="1" y="4059"/>
                      <a:pt x="394" y="4590"/>
                      <a:pt x="878" y="4590"/>
                    </a:cubicBezTo>
                    <a:cubicBezTo>
                      <a:pt x="1085" y="4590"/>
                      <a:pt x="1308" y="4493"/>
                      <a:pt x="1506" y="4260"/>
                    </a:cubicBezTo>
                    <a:cubicBezTo>
                      <a:pt x="2166" y="3485"/>
                      <a:pt x="2445" y="1859"/>
                      <a:pt x="2649" y="1035"/>
                    </a:cubicBezTo>
                    <a:cubicBezTo>
                      <a:pt x="2796" y="464"/>
                      <a:pt x="2535" y="1"/>
                      <a:pt x="2176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63"/>
              <p:cNvSpPr/>
              <p:nvPr/>
            </p:nvSpPr>
            <p:spPr>
              <a:xfrm>
                <a:off x="7319729" y="1841175"/>
                <a:ext cx="370450" cy="535651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5029" extrusionOk="0">
                    <a:moveTo>
                      <a:pt x="3477" y="1"/>
                    </a:moveTo>
                    <a:lnTo>
                      <a:pt x="3477" y="1"/>
                    </a:lnTo>
                    <a:cubicBezTo>
                      <a:pt x="3477" y="1"/>
                      <a:pt x="2157" y="171"/>
                      <a:pt x="1654" y="538"/>
                    </a:cubicBezTo>
                    <a:cubicBezTo>
                      <a:pt x="1239" y="838"/>
                      <a:pt x="1" y="3811"/>
                      <a:pt x="1" y="3811"/>
                    </a:cubicBezTo>
                    <a:cubicBezTo>
                      <a:pt x="1" y="3811"/>
                      <a:pt x="1041" y="4879"/>
                      <a:pt x="2062" y="5029"/>
                    </a:cubicBezTo>
                    <a:lnTo>
                      <a:pt x="3287" y="3205"/>
                    </a:lnTo>
                    <a:lnTo>
                      <a:pt x="347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63"/>
              <p:cNvSpPr/>
              <p:nvPr/>
            </p:nvSpPr>
            <p:spPr>
              <a:xfrm>
                <a:off x="7472681" y="1839790"/>
                <a:ext cx="742073" cy="1007395"/>
              </a:xfrm>
              <a:custGeom>
                <a:avLst/>
                <a:gdLst/>
                <a:ahLst/>
                <a:cxnLst/>
                <a:rect l="l" t="t" r="r" b="b"/>
                <a:pathLst>
                  <a:path w="6967" h="9458" extrusionOk="0">
                    <a:moveTo>
                      <a:pt x="4150" y="0"/>
                    </a:moveTo>
                    <a:cubicBezTo>
                      <a:pt x="4150" y="0"/>
                      <a:pt x="3952" y="865"/>
                      <a:pt x="3134" y="865"/>
                    </a:cubicBezTo>
                    <a:cubicBezTo>
                      <a:pt x="3121" y="865"/>
                      <a:pt x="3109" y="865"/>
                      <a:pt x="3096" y="864"/>
                    </a:cubicBezTo>
                    <a:cubicBezTo>
                      <a:pt x="2245" y="837"/>
                      <a:pt x="2041" y="14"/>
                      <a:pt x="2041" y="14"/>
                    </a:cubicBezTo>
                    <a:cubicBezTo>
                      <a:pt x="2041" y="14"/>
                      <a:pt x="1504" y="150"/>
                      <a:pt x="1089" y="1082"/>
                    </a:cubicBezTo>
                    <a:cubicBezTo>
                      <a:pt x="674" y="2007"/>
                      <a:pt x="667" y="3116"/>
                      <a:pt x="592" y="3960"/>
                    </a:cubicBezTo>
                    <a:cubicBezTo>
                      <a:pt x="517" y="4804"/>
                      <a:pt x="0" y="9205"/>
                      <a:pt x="0" y="9205"/>
                    </a:cubicBezTo>
                    <a:cubicBezTo>
                      <a:pt x="1218" y="9362"/>
                      <a:pt x="2449" y="9450"/>
                      <a:pt x="3681" y="9457"/>
                    </a:cubicBezTo>
                    <a:cubicBezTo>
                      <a:pt x="4783" y="9457"/>
                      <a:pt x="5885" y="9348"/>
                      <a:pt x="6967" y="9124"/>
                    </a:cubicBezTo>
                    <a:lnTo>
                      <a:pt x="5776" y="1300"/>
                    </a:lnTo>
                    <a:lnTo>
                      <a:pt x="41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63"/>
              <p:cNvSpPr/>
              <p:nvPr/>
            </p:nvSpPr>
            <p:spPr>
              <a:xfrm>
                <a:off x="8013977" y="1973783"/>
                <a:ext cx="359480" cy="460347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322" extrusionOk="0">
                    <a:moveTo>
                      <a:pt x="1300" y="1"/>
                    </a:moveTo>
                    <a:lnTo>
                      <a:pt x="0" y="987"/>
                    </a:lnTo>
                    <a:cubicBezTo>
                      <a:pt x="0" y="987"/>
                      <a:pt x="1722" y="4001"/>
                      <a:pt x="2212" y="4260"/>
                    </a:cubicBezTo>
                    <a:cubicBezTo>
                      <a:pt x="2291" y="4302"/>
                      <a:pt x="2377" y="4322"/>
                      <a:pt x="2463" y="4322"/>
                    </a:cubicBezTo>
                    <a:cubicBezTo>
                      <a:pt x="2909" y="4322"/>
                      <a:pt x="3375" y="3803"/>
                      <a:pt x="3130" y="3165"/>
                    </a:cubicBezTo>
                    <a:cubicBezTo>
                      <a:pt x="2831" y="2403"/>
                      <a:pt x="1300" y="1"/>
                      <a:pt x="130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63"/>
              <p:cNvSpPr/>
              <p:nvPr/>
            </p:nvSpPr>
            <p:spPr>
              <a:xfrm>
                <a:off x="7914708" y="1839790"/>
                <a:ext cx="415292" cy="530539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81" extrusionOk="0">
                    <a:moveTo>
                      <a:pt x="0" y="0"/>
                    </a:moveTo>
                    <a:lnTo>
                      <a:pt x="225" y="2511"/>
                    </a:lnTo>
                    <a:lnTo>
                      <a:pt x="2171" y="4980"/>
                    </a:lnTo>
                    <a:cubicBezTo>
                      <a:pt x="2899" y="4627"/>
                      <a:pt x="3511" y="4225"/>
                      <a:pt x="3899" y="3327"/>
                    </a:cubicBezTo>
                    <a:cubicBezTo>
                      <a:pt x="3892" y="3327"/>
                      <a:pt x="2729" y="932"/>
                      <a:pt x="2198" y="551"/>
                    </a:cubicBezTo>
                    <a:cubicBezTo>
                      <a:pt x="1660" y="16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63"/>
              <p:cNvSpPr/>
              <p:nvPr/>
            </p:nvSpPr>
            <p:spPr>
              <a:xfrm>
                <a:off x="7339327" y="2050685"/>
                <a:ext cx="500822" cy="437766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110" extrusionOk="0">
                    <a:moveTo>
                      <a:pt x="4457" y="0"/>
                    </a:moveTo>
                    <a:cubicBezTo>
                      <a:pt x="2021" y="1334"/>
                      <a:pt x="0" y="2681"/>
                      <a:pt x="0" y="2681"/>
                    </a:cubicBezTo>
                    <a:lnTo>
                      <a:pt x="633" y="4109"/>
                    </a:lnTo>
                    <a:cubicBezTo>
                      <a:pt x="2368" y="3531"/>
                      <a:pt x="4702" y="633"/>
                      <a:pt x="4702" y="633"/>
                    </a:cubicBezTo>
                    <a:lnTo>
                      <a:pt x="4457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63"/>
              <p:cNvSpPr/>
              <p:nvPr/>
            </p:nvSpPr>
            <p:spPr>
              <a:xfrm>
                <a:off x="7808195" y="2086899"/>
                <a:ext cx="529793" cy="345740"/>
              </a:xfrm>
              <a:custGeom>
                <a:avLst/>
                <a:gdLst/>
                <a:ahLst/>
                <a:cxnLst/>
                <a:rect l="l" t="t" r="r" b="b"/>
                <a:pathLst>
                  <a:path w="4974" h="3246" extrusionOk="0">
                    <a:moveTo>
                      <a:pt x="354" y="0"/>
                    </a:moveTo>
                    <a:lnTo>
                      <a:pt x="0" y="626"/>
                    </a:lnTo>
                    <a:cubicBezTo>
                      <a:pt x="0" y="626"/>
                      <a:pt x="1987" y="2388"/>
                      <a:pt x="4273" y="3246"/>
                    </a:cubicBezTo>
                    <a:lnTo>
                      <a:pt x="4974" y="1953"/>
                    </a:lnTo>
                    <a:cubicBezTo>
                      <a:pt x="3504" y="1143"/>
                      <a:pt x="1953" y="490"/>
                      <a:pt x="354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63"/>
              <p:cNvSpPr/>
              <p:nvPr/>
            </p:nvSpPr>
            <p:spPr>
              <a:xfrm>
                <a:off x="7813947" y="1885697"/>
                <a:ext cx="229854" cy="231771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2176" extrusionOk="0">
                    <a:moveTo>
                      <a:pt x="2060" y="1"/>
                    </a:moveTo>
                    <a:cubicBezTo>
                      <a:pt x="1984" y="1"/>
                      <a:pt x="1838" y="114"/>
                      <a:pt x="1586" y="304"/>
                    </a:cubicBezTo>
                    <a:cubicBezTo>
                      <a:pt x="1293" y="535"/>
                      <a:pt x="946" y="712"/>
                      <a:pt x="865" y="767"/>
                    </a:cubicBezTo>
                    <a:cubicBezTo>
                      <a:pt x="790" y="821"/>
                      <a:pt x="586" y="1052"/>
                      <a:pt x="429" y="1216"/>
                    </a:cubicBezTo>
                    <a:cubicBezTo>
                      <a:pt x="300" y="1338"/>
                      <a:pt x="150" y="1454"/>
                      <a:pt x="1" y="1549"/>
                    </a:cubicBezTo>
                    <a:lnTo>
                      <a:pt x="246" y="2175"/>
                    </a:lnTo>
                    <a:cubicBezTo>
                      <a:pt x="388" y="2100"/>
                      <a:pt x="579" y="2087"/>
                      <a:pt x="769" y="1985"/>
                    </a:cubicBezTo>
                    <a:cubicBezTo>
                      <a:pt x="960" y="1889"/>
                      <a:pt x="1008" y="1828"/>
                      <a:pt x="1212" y="1604"/>
                    </a:cubicBezTo>
                    <a:cubicBezTo>
                      <a:pt x="1423" y="1372"/>
                      <a:pt x="1484" y="1182"/>
                      <a:pt x="1586" y="1046"/>
                    </a:cubicBezTo>
                    <a:cubicBezTo>
                      <a:pt x="1695" y="910"/>
                      <a:pt x="1797" y="774"/>
                      <a:pt x="1892" y="631"/>
                    </a:cubicBezTo>
                    <a:cubicBezTo>
                      <a:pt x="1912" y="576"/>
                      <a:pt x="1926" y="515"/>
                      <a:pt x="1926" y="461"/>
                    </a:cubicBezTo>
                    <a:cubicBezTo>
                      <a:pt x="2157" y="236"/>
                      <a:pt x="2144" y="32"/>
                      <a:pt x="2082" y="5"/>
                    </a:cubicBezTo>
                    <a:cubicBezTo>
                      <a:pt x="2076" y="2"/>
                      <a:pt x="2069" y="1"/>
                      <a:pt x="20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63"/>
              <p:cNvSpPr/>
              <p:nvPr/>
            </p:nvSpPr>
            <p:spPr>
              <a:xfrm>
                <a:off x="7958910" y="1926704"/>
                <a:ext cx="64653" cy="51552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84" extrusionOk="0">
                    <a:moveTo>
                      <a:pt x="490" y="1"/>
                    </a:moveTo>
                    <a:cubicBezTo>
                      <a:pt x="443" y="1"/>
                      <a:pt x="402" y="35"/>
                      <a:pt x="347" y="96"/>
                    </a:cubicBezTo>
                    <a:cubicBezTo>
                      <a:pt x="279" y="157"/>
                      <a:pt x="28" y="423"/>
                      <a:pt x="14" y="436"/>
                    </a:cubicBezTo>
                    <a:cubicBezTo>
                      <a:pt x="0" y="443"/>
                      <a:pt x="0" y="463"/>
                      <a:pt x="14" y="477"/>
                    </a:cubicBezTo>
                    <a:cubicBezTo>
                      <a:pt x="21" y="484"/>
                      <a:pt x="28" y="484"/>
                      <a:pt x="34" y="484"/>
                    </a:cubicBezTo>
                    <a:cubicBezTo>
                      <a:pt x="41" y="484"/>
                      <a:pt x="55" y="484"/>
                      <a:pt x="62" y="477"/>
                    </a:cubicBezTo>
                    <a:cubicBezTo>
                      <a:pt x="62" y="477"/>
                      <a:pt x="320" y="205"/>
                      <a:pt x="388" y="137"/>
                    </a:cubicBezTo>
                    <a:cubicBezTo>
                      <a:pt x="429" y="96"/>
                      <a:pt x="463" y="62"/>
                      <a:pt x="490" y="62"/>
                    </a:cubicBezTo>
                    <a:cubicBezTo>
                      <a:pt x="504" y="62"/>
                      <a:pt x="517" y="76"/>
                      <a:pt x="545" y="96"/>
                    </a:cubicBezTo>
                    <a:cubicBezTo>
                      <a:pt x="551" y="102"/>
                      <a:pt x="558" y="105"/>
                      <a:pt x="565" y="105"/>
                    </a:cubicBezTo>
                    <a:cubicBezTo>
                      <a:pt x="587" y="105"/>
                      <a:pt x="606" y="76"/>
                      <a:pt x="585" y="55"/>
                    </a:cubicBezTo>
                    <a:cubicBezTo>
                      <a:pt x="558" y="28"/>
                      <a:pt x="524" y="8"/>
                      <a:pt x="4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63"/>
              <p:cNvSpPr/>
              <p:nvPr/>
            </p:nvSpPr>
            <p:spPr>
              <a:xfrm>
                <a:off x="7941549" y="1883034"/>
                <a:ext cx="93624" cy="822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72" extrusionOk="0">
                    <a:moveTo>
                      <a:pt x="828" y="0"/>
                    </a:moveTo>
                    <a:cubicBezTo>
                      <a:pt x="821" y="0"/>
                      <a:pt x="814" y="3"/>
                      <a:pt x="810" y="9"/>
                    </a:cubicBezTo>
                    <a:cubicBezTo>
                      <a:pt x="728" y="118"/>
                      <a:pt x="633" y="213"/>
                      <a:pt x="537" y="309"/>
                    </a:cubicBezTo>
                    <a:cubicBezTo>
                      <a:pt x="408" y="431"/>
                      <a:pt x="20" y="717"/>
                      <a:pt x="20" y="717"/>
                    </a:cubicBezTo>
                    <a:cubicBezTo>
                      <a:pt x="0" y="737"/>
                      <a:pt x="7" y="771"/>
                      <a:pt x="41" y="771"/>
                    </a:cubicBezTo>
                    <a:cubicBezTo>
                      <a:pt x="48" y="771"/>
                      <a:pt x="48" y="771"/>
                      <a:pt x="54" y="764"/>
                    </a:cubicBezTo>
                    <a:cubicBezTo>
                      <a:pt x="75" y="758"/>
                      <a:pt x="449" y="472"/>
                      <a:pt x="578" y="356"/>
                    </a:cubicBezTo>
                    <a:cubicBezTo>
                      <a:pt x="674" y="261"/>
                      <a:pt x="769" y="152"/>
                      <a:pt x="857" y="50"/>
                    </a:cubicBezTo>
                    <a:cubicBezTo>
                      <a:pt x="878" y="29"/>
                      <a:pt x="851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63"/>
              <p:cNvSpPr/>
              <p:nvPr/>
            </p:nvSpPr>
            <p:spPr>
              <a:xfrm>
                <a:off x="7626272" y="1903378"/>
                <a:ext cx="219629" cy="250304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350" extrusionOk="0">
                    <a:moveTo>
                      <a:pt x="114" y="1"/>
                    </a:moveTo>
                    <a:cubicBezTo>
                      <a:pt x="110" y="1"/>
                      <a:pt x="106" y="1"/>
                      <a:pt x="103" y="2"/>
                    </a:cubicBezTo>
                    <a:cubicBezTo>
                      <a:pt x="34" y="22"/>
                      <a:pt x="0" y="227"/>
                      <a:pt x="218" y="471"/>
                    </a:cubicBezTo>
                    <a:cubicBezTo>
                      <a:pt x="205" y="526"/>
                      <a:pt x="211" y="587"/>
                      <a:pt x="232" y="642"/>
                    </a:cubicBezTo>
                    <a:cubicBezTo>
                      <a:pt x="307" y="798"/>
                      <a:pt x="395" y="948"/>
                      <a:pt x="490" y="1091"/>
                    </a:cubicBezTo>
                    <a:cubicBezTo>
                      <a:pt x="579" y="1233"/>
                      <a:pt x="674" y="1478"/>
                      <a:pt x="858" y="1723"/>
                    </a:cubicBezTo>
                    <a:cubicBezTo>
                      <a:pt x="1041" y="1968"/>
                      <a:pt x="1035" y="1995"/>
                      <a:pt x="1211" y="2111"/>
                    </a:cubicBezTo>
                    <a:cubicBezTo>
                      <a:pt x="1382" y="2227"/>
                      <a:pt x="1579" y="2261"/>
                      <a:pt x="1708" y="2349"/>
                    </a:cubicBezTo>
                    <a:lnTo>
                      <a:pt x="2062" y="1723"/>
                    </a:lnTo>
                    <a:cubicBezTo>
                      <a:pt x="1899" y="1628"/>
                      <a:pt x="1749" y="1512"/>
                      <a:pt x="1627" y="1370"/>
                    </a:cubicBezTo>
                    <a:cubicBezTo>
                      <a:pt x="1490" y="1199"/>
                      <a:pt x="1307" y="948"/>
                      <a:pt x="1239" y="886"/>
                    </a:cubicBezTo>
                    <a:cubicBezTo>
                      <a:pt x="1001" y="716"/>
                      <a:pt x="776" y="539"/>
                      <a:pt x="565" y="349"/>
                    </a:cubicBezTo>
                    <a:cubicBezTo>
                      <a:pt x="320" y="123"/>
                      <a:pt x="191" y="1"/>
                      <a:pt x="114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63"/>
              <p:cNvSpPr/>
              <p:nvPr/>
            </p:nvSpPr>
            <p:spPr>
              <a:xfrm>
                <a:off x="7645125" y="1946303"/>
                <a:ext cx="58795" cy="5666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32" extrusionOk="0">
                    <a:moveTo>
                      <a:pt x="116" y="0"/>
                    </a:moveTo>
                    <a:cubicBezTo>
                      <a:pt x="75" y="0"/>
                      <a:pt x="41" y="14"/>
                      <a:pt x="14" y="41"/>
                    </a:cubicBezTo>
                    <a:cubicBezTo>
                      <a:pt x="0" y="55"/>
                      <a:pt x="0" y="75"/>
                      <a:pt x="14" y="89"/>
                    </a:cubicBezTo>
                    <a:cubicBezTo>
                      <a:pt x="21" y="92"/>
                      <a:pt x="29" y="94"/>
                      <a:pt x="37" y="94"/>
                    </a:cubicBezTo>
                    <a:cubicBezTo>
                      <a:pt x="45" y="94"/>
                      <a:pt x="51" y="92"/>
                      <a:pt x="55" y="89"/>
                    </a:cubicBezTo>
                    <a:cubicBezTo>
                      <a:pt x="75" y="68"/>
                      <a:pt x="96" y="62"/>
                      <a:pt x="116" y="62"/>
                    </a:cubicBezTo>
                    <a:cubicBezTo>
                      <a:pt x="136" y="62"/>
                      <a:pt x="170" y="96"/>
                      <a:pt x="204" y="143"/>
                    </a:cubicBezTo>
                    <a:cubicBezTo>
                      <a:pt x="266" y="218"/>
                      <a:pt x="504" y="517"/>
                      <a:pt x="504" y="517"/>
                    </a:cubicBezTo>
                    <a:cubicBezTo>
                      <a:pt x="504" y="524"/>
                      <a:pt x="517" y="531"/>
                      <a:pt x="524" y="531"/>
                    </a:cubicBezTo>
                    <a:cubicBezTo>
                      <a:pt x="531" y="531"/>
                      <a:pt x="531" y="524"/>
                      <a:pt x="538" y="524"/>
                    </a:cubicBezTo>
                    <a:cubicBezTo>
                      <a:pt x="551" y="517"/>
                      <a:pt x="551" y="497"/>
                      <a:pt x="545" y="483"/>
                    </a:cubicBezTo>
                    <a:cubicBezTo>
                      <a:pt x="531" y="470"/>
                      <a:pt x="313" y="184"/>
                      <a:pt x="245" y="109"/>
                    </a:cubicBezTo>
                    <a:cubicBezTo>
                      <a:pt x="198" y="48"/>
                      <a:pt x="164" y="7"/>
                      <a:pt x="1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63"/>
              <p:cNvSpPr/>
              <p:nvPr/>
            </p:nvSpPr>
            <p:spPr>
              <a:xfrm>
                <a:off x="7637988" y="1901355"/>
                <a:ext cx="84784" cy="90749"/>
              </a:xfrm>
              <a:custGeom>
                <a:avLst/>
                <a:gdLst/>
                <a:ahLst/>
                <a:cxnLst/>
                <a:rect l="l" t="t" r="r" b="b"/>
                <a:pathLst>
                  <a:path w="796" h="852" extrusionOk="0">
                    <a:moveTo>
                      <a:pt x="44" y="0"/>
                    </a:moveTo>
                    <a:cubicBezTo>
                      <a:pt x="22" y="0"/>
                      <a:pt x="0" y="24"/>
                      <a:pt x="20" y="48"/>
                    </a:cubicBezTo>
                    <a:cubicBezTo>
                      <a:pt x="95" y="164"/>
                      <a:pt x="176" y="273"/>
                      <a:pt x="265" y="382"/>
                    </a:cubicBezTo>
                    <a:cubicBezTo>
                      <a:pt x="380" y="511"/>
                      <a:pt x="727" y="831"/>
                      <a:pt x="741" y="844"/>
                    </a:cubicBezTo>
                    <a:cubicBezTo>
                      <a:pt x="748" y="851"/>
                      <a:pt x="755" y="851"/>
                      <a:pt x="761" y="851"/>
                    </a:cubicBezTo>
                    <a:cubicBezTo>
                      <a:pt x="775" y="851"/>
                      <a:pt x="782" y="844"/>
                      <a:pt x="782" y="844"/>
                    </a:cubicBezTo>
                    <a:cubicBezTo>
                      <a:pt x="795" y="831"/>
                      <a:pt x="795" y="810"/>
                      <a:pt x="782" y="797"/>
                    </a:cubicBezTo>
                    <a:cubicBezTo>
                      <a:pt x="782" y="797"/>
                      <a:pt x="428" y="470"/>
                      <a:pt x="312" y="341"/>
                    </a:cubicBezTo>
                    <a:cubicBezTo>
                      <a:pt x="224" y="239"/>
                      <a:pt x="142" y="130"/>
                      <a:pt x="67" y="14"/>
                    </a:cubicBezTo>
                    <a:cubicBezTo>
                      <a:pt x="61" y="4"/>
                      <a:pt x="52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63"/>
              <p:cNvSpPr/>
              <p:nvPr/>
            </p:nvSpPr>
            <p:spPr>
              <a:xfrm>
                <a:off x="7725648" y="2098509"/>
                <a:ext cx="81908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769" h="525" extrusionOk="0">
                    <a:moveTo>
                      <a:pt x="43" y="1"/>
                    </a:moveTo>
                    <a:cubicBezTo>
                      <a:pt x="20" y="1"/>
                      <a:pt x="0" y="28"/>
                      <a:pt x="20" y="48"/>
                    </a:cubicBezTo>
                    <a:cubicBezTo>
                      <a:pt x="115" y="163"/>
                      <a:pt x="238" y="252"/>
                      <a:pt x="374" y="306"/>
                    </a:cubicBezTo>
                    <a:cubicBezTo>
                      <a:pt x="503" y="354"/>
                      <a:pt x="619" y="422"/>
                      <a:pt x="714" y="517"/>
                    </a:cubicBezTo>
                    <a:cubicBezTo>
                      <a:pt x="721" y="517"/>
                      <a:pt x="728" y="524"/>
                      <a:pt x="734" y="524"/>
                    </a:cubicBezTo>
                    <a:cubicBezTo>
                      <a:pt x="748" y="524"/>
                      <a:pt x="755" y="524"/>
                      <a:pt x="762" y="517"/>
                    </a:cubicBezTo>
                    <a:cubicBezTo>
                      <a:pt x="768" y="504"/>
                      <a:pt x="768" y="483"/>
                      <a:pt x="762" y="476"/>
                    </a:cubicBezTo>
                    <a:cubicBezTo>
                      <a:pt x="653" y="374"/>
                      <a:pt x="530" y="300"/>
                      <a:pt x="394" y="252"/>
                    </a:cubicBezTo>
                    <a:cubicBezTo>
                      <a:pt x="265" y="197"/>
                      <a:pt x="149" y="116"/>
                      <a:pt x="68" y="14"/>
                    </a:cubicBezTo>
                    <a:cubicBezTo>
                      <a:pt x="60" y="5"/>
                      <a:pt x="51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63"/>
              <p:cNvSpPr/>
              <p:nvPr/>
            </p:nvSpPr>
            <p:spPr>
              <a:xfrm>
                <a:off x="7861025" y="2712447"/>
                <a:ext cx="282045" cy="8755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822" extrusionOk="0">
                    <a:moveTo>
                      <a:pt x="38" y="0"/>
                    </a:moveTo>
                    <a:cubicBezTo>
                      <a:pt x="24" y="0"/>
                      <a:pt x="13" y="11"/>
                      <a:pt x="8" y="26"/>
                    </a:cubicBezTo>
                    <a:cubicBezTo>
                      <a:pt x="1" y="46"/>
                      <a:pt x="8" y="67"/>
                      <a:pt x="28" y="74"/>
                    </a:cubicBezTo>
                    <a:cubicBezTo>
                      <a:pt x="42" y="80"/>
                      <a:pt x="1559" y="666"/>
                      <a:pt x="2600" y="822"/>
                    </a:cubicBezTo>
                    <a:lnTo>
                      <a:pt x="2607" y="822"/>
                    </a:lnTo>
                    <a:cubicBezTo>
                      <a:pt x="2627" y="822"/>
                      <a:pt x="2641" y="808"/>
                      <a:pt x="2647" y="788"/>
                    </a:cubicBezTo>
                    <a:cubicBezTo>
                      <a:pt x="2647" y="768"/>
                      <a:pt x="2634" y="747"/>
                      <a:pt x="2613" y="747"/>
                    </a:cubicBezTo>
                    <a:cubicBezTo>
                      <a:pt x="1579" y="591"/>
                      <a:pt x="69" y="6"/>
                      <a:pt x="55" y="6"/>
                    </a:cubicBezTo>
                    <a:cubicBezTo>
                      <a:pt x="50" y="2"/>
                      <a:pt x="44" y="0"/>
                      <a:pt x="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63"/>
              <p:cNvSpPr/>
              <p:nvPr/>
            </p:nvSpPr>
            <p:spPr>
              <a:xfrm>
                <a:off x="7820444" y="2604763"/>
                <a:ext cx="127708" cy="97459"/>
              </a:xfrm>
              <a:custGeom>
                <a:avLst/>
                <a:gdLst/>
                <a:ahLst/>
                <a:cxnLst/>
                <a:rect l="l" t="t" r="r" b="b"/>
                <a:pathLst>
                  <a:path w="1199" h="915" extrusionOk="0">
                    <a:moveTo>
                      <a:pt x="45" y="0"/>
                    </a:moveTo>
                    <a:cubicBezTo>
                      <a:pt x="34" y="0"/>
                      <a:pt x="22" y="5"/>
                      <a:pt x="14" y="16"/>
                    </a:cubicBezTo>
                    <a:cubicBezTo>
                      <a:pt x="1" y="30"/>
                      <a:pt x="8" y="57"/>
                      <a:pt x="21" y="71"/>
                    </a:cubicBezTo>
                    <a:cubicBezTo>
                      <a:pt x="28" y="78"/>
                      <a:pt x="797" y="683"/>
                      <a:pt x="1130" y="908"/>
                    </a:cubicBezTo>
                    <a:cubicBezTo>
                      <a:pt x="1137" y="908"/>
                      <a:pt x="1144" y="915"/>
                      <a:pt x="1157" y="915"/>
                    </a:cubicBezTo>
                    <a:cubicBezTo>
                      <a:pt x="1171" y="915"/>
                      <a:pt x="1178" y="908"/>
                      <a:pt x="1191" y="894"/>
                    </a:cubicBezTo>
                    <a:cubicBezTo>
                      <a:pt x="1198" y="874"/>
                      <a:pt x="1198" y="853"/>
                      <a:pt x="1178" y="840"/>
                    </a:cubicBezTo>
                    <a:cubicBezTo>
                      <a:pt x="844" y="615"/>
                      <a:pt x="82" y="16"/>
                      <a:pt x="69" y="10"/>
                    </a:cubicBezTo>
                    <a:cubicBezTo>
                      <a:pt x="63" y="4"/>
                      <a:pt x="54" y="0"/>
                      <a:pt x="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63"/>
              <p:cNvSpPr/>
              <p:nvPr/>
            </p:nvSpPr>
            <p:spPr>
              <a:xfrm>
                <a:off x="7527748" y="2135256"/>
                <a:ext cx="21835" cy="7924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744" extrusionOk="0">
                    <a:moveTo>
                      <a:pt x="160" y="0"/>
                    </a:moveTo>
                    <a:cubicBezTo>
                      <a:pt x="143" y="0"/>
                      <a:pt x="128" y="14"/>
                      <a:pt x="123" y="36"/>
                    </a:cubicBezTo>
                    <a:lnTo>
                      <a:pt x="7" y="696"/>
                    </a:lnTo>
                    <a:cubicBezTo>
                      <a:pt x="0" y="717"/>
                      <a:pt x="14" y="737"/>
                      <a:pt x="34" y="744"/>
                    </a:cubicBezTo>
                    <a:lnTo>
                      <a:pt x="41" y="744"/>
                    </a:lnTo>
                    <a:cubicBezTo>
                      <a:pt x="61" y="744"/>
                      <a:pt x="75" y="730"/>
                      <a:pt x="82" y="710"/>
                    </a:cubicBezTo>
                    <a:lnTo>
                      <a:pt x="204" y="50"/>
                    </a:lnTo>
                    <a:cubicBezTo>
                      <a:pt x="204" y="23"/>
                      <a:pt x="191" y="9"/>
                      <a:pt x="170" y="2"/>
                    </a:cubicBezTo>
                    <a:cubicBezTo>
                      <a:pt x="167" y="1"/>
                      <a:pt x="163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63"/>
              <p:cNvSpPr/>
              <p:nvPr/>
            </p:nvSpPr>
            <p:spPr>
              <a:xfrm>
                <a:off x="8106004" y="2114912"/>
                <a:ext cx="33445" cy="81482"/>
              </a:xfrm>
              <a:custGeom>
                <a:avLst/>
                <a:gdLst/>
                <a:ahLst/>
                <a:cxnLst/>
                <a:rect l="l" t="t" r="r" b="b"/>
                <a:pathLst>
                  <a:path w="314" h="765" extrusionOk="0">
                    <a:moveTo>
                      <a:pt x="44" y="0"/>
                    </a:moveTo>
                    <a:cubicBezTo>
                      <a:pt x="38" y="0"/>
                      <a:pt x="33" y="1"/>
                      <a:pt x="28" y="3"/>
                    </a:cubicBezTo>
                    <a:cubicBezTo>
                      <a:pt x="7" y="9"/>
                      <a:pt x="0" y="30"/>
                      <a:pt x="7" y="50"/>
                    </a:cubicBezTo>
                    <a:lnTo>
                      <a:pt x="232" y="737"/>
                    </a:lnTo>
                    <a:cubicBezTo>
                      <a:pt x="239" y="751"/>
                      <a:pt x="252" y="765"/>
                      <a:pt x="273" y="765"/>
                    </a:cubicBezTo>
                    <a:lnTo>
                      <a:pt x="286" y="765"/>
                    </a:lnTo>
                    <a:cubicBezTo>
                      <a:pt x="307" y="751"/>
                      <a:pt x="313" y="731"/>
                      <a:pt x="307" y="710"/>
                    </a:cubicBezTo>
                    <a:lnTo>
                      <a:pt x="82" y="23"/>
                    </a:lnTo>
                    <a:cubicBezTo>
                      <a:pt x="77" y="8"/>
                      <a:pt x="6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5" name="Google Shape;625;p63"/>
            <p:cNvGrpSpPr/>
            <p:nvPr/>
          </p:nvGrpSpPr>
          <p:grpSpPr>
            <a:xfrm>
              <a:off x="5917721" y="760073"/>
              <a:ext cx="1267499" cy="3623342"/>
              <a:chOff x="6102291" y="760073"/>
              <a:chExt cx="1267499" cy="3623342"/>
            </a:xfrm>
          </p:grpSpPr>
          <p:sp>
            <p:nvSpPr>
              <p:cNvPr id="626" name="Google Shape;626;p63"/>
              <p:cNvSpPr/>
              <p:nvPr/>
            </p:nvSpPr>
            <p:spPr>
              <a:xfrm>
                <a:off x="6554437" y="4327496"/>
                <a:ext cx="386427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525" extrusionOk="0">
                    <a:moveTo>
                      <a:pt x="1" y="1"/>
                    </a:moveTo>
                    <a:lnTo>
                      <a:pt x="1" y="525"/>
                    </a:lnTo>
                    <a:lnTo>
                      <a:pt x="3627" y="525"/>
                    </a:lnTo>
                    <a:lnTo>
                      <a:pt x="36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63"/>
              <p:cNvSpPr/>
              <p:nvPr/>
            </p:nvSpPr>
            <p:spPr>
              <a:xfrm>
                <a:off x="6713140" y="1075244"/>
                <a:ext cx="69020" cy="330817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31059" extrusionOk="0">
                    <a:moveTo>
                      <a:pt x="1" y="1"/>
                    </a:moveTo>
                    <a:lnTo>
                      <a:pt x="1" y="31059"/>
                    </a:lnTo>
                    <a:lnTo>
                      <a:pt x="647" y="31059"/>
                    </a:lnTo>
                    <a:lnTo>
                      <a:pt x="64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63"/>
              <p:cNvSpPr/>
              <p:nvPr/>
            </p:nvSpPr>
            <p:spPr>
              <a:xfrm>
                <a:off x="6713140" y="1748509"/>
                <a:ext cx="69020" cy="22474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110" extrusionOk="0">
                    <a:moveTo>
                      <a:pt x="1" y="0"/>
                    </a:moveTo>
                    <a:lnTo>
                      <a:pt x="1" y="2109"/>
                    </a:lnTo>
                    <a:lnTo>
                      <a:pt x="647" y="2109"/>
                    </a:ln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63"/>
              <p:cNvSpPr/>
              <p:nvPr/>
            </p:nvSpPr>
            <p:spPr>
              <a:xfrm>
                <a:off x="6102291" y="760073"/>
                <a:ext cx="1267499" cy="1097931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0308" extrusionOk="0">
                    <a:moveTo>
                      <a:pt x="2974" y="0"/>
                    </a:moveTo>
                    <a:lnTo>
                      <a:pt x="1" y="5150"/>
                    </a:lnTo>
                    <a:lnTo>
                      <a:pt x="2974" y="10307"/>
                    </a:lnTo>
                    <a:lnTo>
                      <a:pt x="8927" y="10307"/>
                    </a:lnTo>
                    <a:lnTo>
                      <a:pt x="11900" y="5150"/>
                    </a:lnTo>
                    <a:lnTo>
                      <a:pt x="89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63"/>
              <p:cNvSpPr/>
              <p:nvPr/>
            </p:nvSpPr>
            <p:spPr>
              <a:xfrm>
                <a:off x="6137760" y="790429"/>
                <a:ext cx="1196561" cy="1036367"/>
              </a:xfrm>
              <a:custGeom>
                <a:avLst/>
                <a:gdLst/>
                <a:ahLst/>
                <a:cxnLst/>
                <a:rect l="l" t="t" r="r" b="b"/>
                <a:pathLst>
                  <a:path w="11234" h="9730" extrusionOk="0">
                    <a:moveTo>
                      <a:pt x="8294" y="232"/>
                    </a:moveTo>
                    <a:lnTo>
                      <a:pt x="10975" y="4865"/>
                    </a:lnTo>
                    <a:lnTo>
                      <a:pt x="8294" y="9499"/>
                    </a:lnTo>
                    <a:lnTo>
                      <a:pt x="2940" y="9499"/>
                    </a:lnTo>
                    <a:lnTo>
                      <a:pt x="266" y="4865"/>
                    </a:lnTo>
                    <a:lnTo>
                      <a:pt x="2940" y="232"/>
                    </a:lnTo>
                    <a:close/>
                    <a:moveTo>
                      <a:pt x="2811" y="1"/>
                    </a:moveTo>
                    <a:lnTo>
                      <a:pt x="1" y="4865"/>
                    </a:lnTo>
                    <a:lnTo>
                      <a:pt x="2811" y="9730"/>
                    </a:lnTo>
                    <a:lnTo>
                      <a:pt x="8424" y="9730"/>
                    </a:lnTo>
                    <a:lnTo>
                      <a:pt x="11234" y="4865"/>
                    </a:lnTo>
                    <a:lnTo>
                      <a:pt x="84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63"/>
              <p:cNvSpPr/>
              <p:nvPr/>
            </p:nvSpPr>
            <p:spPr>
              <a:xfrm>
                <a:off x="6305197" y="1162690"/>
                <a:ext cx="165307" cy="264151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2480" extrusionOk="0">
                    <a:moveTo>
                      <a:pt x="754" y="1"/>
                    </a:moveTo>
                    <a:cubicBezTo>
                      <a:pt x="569" y="1"/>
                      <a:pt x="387" y="62"/>
                      <a:pt x="239" y="173"/>
                    </a:cubicBezTo>
                    <a:cubicBezTo>
                      <a:pt x="89" y="289"/>
                      <a:pt x="14" y="465"/>
                      <a:pt x="21" y="642"/>
                    </a:cubicBezTo>
                    <a:cubicBezTo>
                      <a:pt x="14" y="792"/>
                      <a:pt x="62" y="942"/>
                      <a:pt x="157" y="1057"/>
                    </a:cubicBezTo>
                    <a:cubicBezTo>
                      <a:pt x="286" y="1200"/>
                      <a:pt x="443" y="1302"/>
                      <a:pt x="620" y="1363"/>
                    </a:cubicBezTo>
                    <a:cubicBezTo>
                      <a:pt x="776" y="1418"/>
                      <a:pt x="919" y="1493"/>
                      <a:pt x="1048" y="1588"/>
                    </a:cubicBezTo>
                    <a:cubicBezTo>
                      <a:pt x="1116" y="1642"/>
                      <a:pt x="1150" y="1731"/>
                      <a:pt x="1150" y="1819"/>
                    </a:cubicBezTo>
                    <a:cubicBezTo>
                      <a:pt x="1157" y="1908"/>
                      <a:pt x="1116" y="2003"/>
                      <a:pt x="1041" y="2057"/>
                    </a:cubicBezTo>
                    <a:cubicBezTo>
                      <a:pt x="950" y="2119"/>
                      <a:pt x="841" y="2147"/>
                      <a:pt x="731" y="2147"/>
                    </a:cubicBezTo>
                    <a:cubicBezTo>
                      <a:pt x="719" y="2147"/>
                      <a:pt x="707" y="2147"/>
                      <a:pt x="695" y="2146"/>
                    </a:cubicBezTo>
                    <a:cubicBezTo>
                      <a:pt x="579" y="2146"/>
                      <a:pt x="463" y="2125"/>
                      <a:pt x="348" y="2098"/>
                    </a:cubicBezTo>
                    <a:cubicBezTo>
                      <a:pt x="225" y="2071"/>
                      <a:pt x="109" y="2030"/>
                      <a:pt x="1" y="1976"/>
                    </a:cubicBezTo>
                    <a:lnTo>
                      <a:pt x="1" y="2350"/>
                    </a:lnTo>
                    <a:cubicBezTo>
                      <a:pt x="196" y="2438"/>
                      <a:pt x="404" y="2480"/>
                      <a:pt x="618" y="2480"/>
                    </a:cubicBezTo>
                    <a:cubicBezTo>
                      <a:pt x="634" y="2480"/>
                      <a:pt x="651" y="2480"/>
                      <a:pt x="667" y="2479"/>
                    </a:cubicBezTo>
                    <a:cubicBezTo>
                      <a:pt x="939" y="2479"/>
                      <a:pt x="1157" y="2418"/>
                      <a:pt x="1314" y="2296"/>
                    </a:cubicBezTo>
                    <a:cubicBezTo>
                      <a:pt x="1463" y="2173"/>
                      <a:pt x="1552" y="1983"/>
                      <a:pt x="1545" y="1792"/>
                    </a:cubicBezTo>
                    <a:cubicBezTo>
                      <a:pt x="1545" y="1690"/>
                      <a:pt x="1525" y="1595"/>
                      <a:pt x="1491" y="1506"/>
                    </a:cubicBezTo>
                    <a:cubicBezTo>
                      <a:pt x="1443" y="1425"/>
                      <a:pt x="1382" y="1350"/>
                      <a:pt x="1307" y="1289"/>
                    </a:cubicBezTo>
                    <a:cubicBezTo>
                      <a:pt x="1184" y="1207"/>
                      <a:pt x="1055" y="1139"/>
                      <a:pt x="919" y="1085"/>
                    </a:cubicBezTo>
                    <a:cubicBezTo>
                      <a:pt x="803" y="1044"/>
                      <a:pt x="695" y="989"/>
                      <a:pt x="592" y="928"/>
                    </a:cubicBezTo>
                    <a:cubicBezTo>
                      <a:pt x="538" y="894"/>
                      <a:pt x="497" y="853"/>
                      <a:pt x="463" y="799"/>
                    </a:cubicBezTo>
                    <a:cubicBezTo>
                      <a:pt x="436" y="751"/>
                      <a:pt x="422" y="697"/>
                      <a:pt x="422" y="642"/>
                    </a:cubicBezTo>
                    <a:cubicBezTo>
                      <a:pt x="416" y="554"/>
                      <a:pt x="456" y="472"/>
                      <a:pt x="518" y="418"/>
                    </a:cubicBezTo>
                    <a:cubicBezTo>
                      <a:pt x="597" y="363"/>
                      <a:pt x="688" y="335"/>
                      <a:pt x="780" y="335"/>
                    </a:cubicBezTo>
                    <a:cubicBezTo>
                      <a:pt x="790" y="335"/>
                      <a:pt x="800" y="335"/>
                      <a:pt x="810" y="336"/>
                    </a:cubicBezTo>
                    <a:cubicBezTo>
                      <a:pt x="1007" y="343"/>
                      <a:pt x="1205" y="391"/>
                      <a:pt x="1382" y="472"/>
                    </a:cubicBezTo>
                    <a:lnTo>
                      <a:pt x="1504" y="152"/>
                    </a:lnTo>
                    <a:cubicBezTo>
                      <a:pt x="1286" y="57"/>
                      <a:pt x="1048" y="3"/>
                      <a:pt x="810" y="3"/>
                    </a:cubicBezTo>
                    <a:cubicBezTo>
                      <a:pt x="791" y="2"/>
                      <a:pt x="773" y="1"/>
                      <a:pt x="7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63"/>
              <p:cNvSpPr/>
              <p:nvPr/>
            </p:nvSpPr>
            <p:spPr>
              <a:xfrm>
                <a:off x="6490742" y="1165779"/>
                <a:ext cx="192788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2417" extrusionOk="0">
                    <a:moveTo>
                      <a:pt x="0" y="1"/>
                    </a:moveTo>
                    <a:lnTo>
                      <a:pt x="0" y="341"/>
                    </a:lnTo>
                    <a:lnTo>
                      <a:pt x="708" y="341"/>
                    </a:lnTo>
                    <a:lnTo>
                      <a:pt x="708" y="2416"/>
                    </a:lnTo>
                    <a:lnTo>
                      <a:pt x="1102" y="2416"/>
                    </a:lnTo>
                    <a:lnTo>
                      <a:pt x="1102" y="341"/>
                    </a:lnTo>
                    <a:lnTo>
                      <a:pt x="1810" y="341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63"/>
              <p:cNvSpPr/>
              <p:nvPr/>
            </p:nvSpPr>
            <p:spPr>
              <a:xfrm>
                <a:off x="6710264" y="1162158"/>
                <a:ext cx="241464" cy="264684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2485" extrusionOk="0">
                    <a:moveTo>
                      <a:pt x="1093" y="333"/>
                    </a:moveTo>
                    <a:cubicBezTo>
                      <a:pt x="1108" y="333"/>
                      <a:pt x="1122" y="333"/>
                      <a:pt x="1137" y="334"/>
                    </a:cubicBezTo>
                    <a:cubicBezTo>
                      <a:pt x="1151" y="333"/>
                      <a:pt x="1164" y="333"/>
                      <a:pt x="1178" y="333"/>
                    </a:cubicBezTo>
                    <a:cubicBezTo>
                      <a:pt x="1367" y="333"/>
                      <a:pt x="1547" y="420"/>
                      <a:pt x="1668" y="566"/>
                    </a:cubicBezTo>
                    <a:cubicBezTo>
                      <a:pt x="1783" y="709"/>
                      <a:pt x="1845" y="933"/>
                      <a:pt x="1845" y="1239"/>
                    </a:cubicBezTo>
                    <a:cubicBezTo>
                      <a:pt x="1845" y="1539"/>
                      <a:pt x="1783" y="1770"/>
                      <a:pt x="1668" y="1920"/>
                    </a:cubicBezTo>
                    <a:cubicBezTo>
                      <a:pt x="1521" y="2073"/>
                      <a:pt x="1327" y="2149"/>
                      <a:pt x="1134" y="2149"/>
                    </a:cubicBezTo>
                    <a:cubicBezTo>
                      <a:pt x="940" y="2149"/>
                      <a:pt x="746" y="2073"/>
                      <a:pt x="599" y="1920"/>
                    </a:cubicBezTo>
                    <a:cubicBezTo>
                      <a:pt x="477" y="1763"/>
                      <a:pt x="423" y="1539"/>
                      <a:pt x="423" y="1246"/>
                    </a:cubicBezTo>
                    <a:cubicBezTo>
                      <a:pt x="423" y="947"/>
                      <a:pt x="484" y="722"/>
                      <a:pt x="599" y="566"/>
                    </a:cubicBezTo>
                    <a:cubicBezTo>
                      <a:pt x="726" y="414"/>
                      <a:pt x="905" y="333"/>
                      <a:pt x="1093" y="333"/>
                    </a:cubicBezTo>
                    <a:close/>
                    <a:moveTo>
                      <a:pt x="1137" y="1"/>
                    </a:moveTo>
                    <a:cubicBezTo>
                      <a:pt x="776" y="1"/>
                      <a:pt x="491" y="110"/>
                      <a:pt x="293" y="321"/>
                    </a:cubicBezTo>
                    <a:cubicBezTo>
                      <a:pt x="96" y="538"/>
                      <a:pt x="1" y="845"/>
                      <a:pt x="1" y="1239"/>
                    </a:cubicBezTo>
                    <a:cubicBezTo>
                      <a:pt x="1" y="1641"/>
                      <a:pt x="96" y="1947"/>
                      <a:pt x="293" y="2164"/>
                    </a:cubicBezTo>
                    <a:cubicBezTo>
                      <a:pt x="491" y="2375"/>
                      <a:pt x="770" y="2484"/>
                      <a:pt x="1137" y="2484"/>
                    </a:cubicBezTo>
                    <a:cubicBezTo>
                      <a:pt x="1491" y="2484"/>
                      <a:pt x="1770" y="2375"/>
                      <a:pt x="1967" y="2158"/>
                    </a:cubicBezTo>
                    <a:cubicBezTo>
                      <a:pt x="2164" y="1940"/>
                      <a:pt x="2260" y="1634"/>
                      <a:pt x="2260" y="1246"/>
                    </a:cubicBezTo>
                    <a:cubicBezTo>
                      <a:pt x="2266" y="845"/>
                      <a:pt x="2164" y="545"/>
                      <a:pt x="1967" y="328"/>
                    </a:cubicBezTo>
                    <a:cubicBezTo>
                      <a:pt x="1770" y="110"/>
                      <a:pt x="1498" y="1"/>
                      <a:pt x="11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63"/>
              <p:cNvSpPr/>
              <p:nvPr/>
            </p:nvSpPr>
            <p:spPr>
              <a:xfrm>
                <a:off x="7005943" y="1165779"/>
                <a:ext cx="171911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417" extrusionOk="0">
                    <a:moveTo>
                      <a:pt x="733" y="331"/>
                    </a:moveTo>
                    <a:cubicBezTo>
                      <a:pt x="850" y="331"/>
                      <a:pt x="970" y="366"/>
                      <a:pt x="1069" y="436"/>
                    </a:cubicBezTo>
                    <a:cubicBezTo>
                      <a:pt x="1157" y="511"/>
                      <a:pt x="1205" y="627"/>
                      <a:pt x="1198" y="743"/>
                    </a:cubicBezTo>
                    <a:cubicBezTo>
                      <a:pt x="1205" y="872"/>
                      <a:pt x="1157" y="994"/>
                      <a:pt x="1055" y="1076"/>
                    </a:cubicBezTo>
                    <a:cubicBezTo>
                      <a:pt x="960" y="1144"/>
                      <a:pt x="810" y="1178"/>
                      <a:pt x="613" y="1178"/>
                    </a:cubicBezTo>
                    <a:lnTo>
                      <a:pt x="402" y="1178"/>
                    </a:lnTo>
                    <a:lnTo>
                      <a:pt x="402" y="334"/>
                    </a:lnTo>
                    <a:lnTo>
                      <a:pt x="674" y="334"/>
                    </a:lnTo>
                    <a:cubicBezTo>
                      <a:pt x="694" y="332"/>
                      <a:pt x="713" y="331"/>
                      <a:pt x="733" y="331"/>
                    </a:cubicBezTo>
                    <a:close/>
                    <a:moveTo>
                      <a:pt x="1" y="1"/>
                    </a:moveTo>
                    <a:lnTo>
                      <a:pt x="1" y="2416"/>
                    </a:lnTo>
                    <a:lnTo>
                      <a:pt x="395" y="2416"/>
                    </a:lnTo>
                    <a:lnTo>
                      <a:pt x="395" y="1511"/>
                    </a:lnTo>
                    <a:lnTo>
                      <a:pt x="647" y="1511"/>
                    </a:lnTo>
                    <a:cubicBezTo>
                      <a:pt x="953" y="1511"/>
                      <a:pt x="1191" y="1443"/>
                      <a:pt x="1355" y="1314"/>
                    </a:cubicBezTo>
                    <a:cubicBezTo>
                      <a:pt x="1525" y="1171"/>
                      <a:pt x="1613" y="953"/>
                      <a:pt x="1599" y="736"/>
                    </a:cubicBezTo>
                    <a:cubicBezTo>
                      <a:pt x="1613" y="525"/>
                      <a:pt x="1531" y="321"/>
                      <a:pt x="1375" y="185"/>
                    </a:cubicBezTo>
                    <a:cubicBezTo>
                      <a:pt x="1225" y="62"/>
                      <a:pt x="994" y="1"/>
                      <a:pt x="6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35" name="Google Shape;635;p63"/>
          <p:cNvSpPr/>
          <p:nvPr/>
        </p:nvSpPr>
        <p:spPr>
          <a:xfrm>
            <a:off x="5916175" y="3223000"/>
            <a:ext cx="183000" cy="1584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63"/>
          <p:cNvSpPr txBox="1">
            <a:spLocks noGrp="1"/>
          </p:cNvSpPr>
          <p:nvPr>
            <p:ph type="title" idx="2"/>
          </p:nvPr>
        </p:nvSpPr>
        <p:spPr>
          <a:xfrm>
            <a:off x="2649150" y="946224"/>
            <a:ext cx="1148400" cy="114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7" name="Google Shape;637;p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11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Urban Traffic &amp; the Rise of Edge-IoT ITS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64"/>
          <p:cNvSpPr txBox="1">
            <a:spLocks noGrp="1"/>
          </p:cNvSpPr>
          <p:nvPr>
            <p:ph type="subTitle" idx="2"/>
          </p:nvPr>
        </p:nvSpPr>
        <p:spPr>
          <a:xfrm>
            <a:off x="704500" y="1685500"/>
            <a:ext cx="3017400" cy="31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Rapid urbanization is increasing traffic volumes, congestion, and delayed incident response in cities worldwide.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Intelligent Transportation Systems (ITS)</a:t>
            </a:r>
            <a:r>
              <a:rPr lang="en"/>
              <a:t> increasingly rely on IoT sensors and edge devices deployed close to intersections, rather than centralized cloud processing alone.</a:t>
            </a:r>
            <a:endParaRPr/>
          </a:p>
        </p:txBody>
      </p:sp>
      <p:grpSp>
        <p:nvGrpSpPr>
          <p:cNvPr id="644" name="Google Shape;644;p64"/>
          <p:cNvGrpSpPr/>
          <p:nvPr/>
        </p:nvGrpSpPr>
        <p:grpSpPr>
          <a:xfrm>
            <a:off x="7772225" y="3849697"/>
            <a:ext cx="427360" cy="543828"/>
            <a:chOff x="7772225" y="3849697"/>
            <a:chExt cx="427360" cy="543828"/>
          </a:xfrm>
        </p:grpSpPr>
        <p:grpSp>
          <p:nvGrpSpPr>
            <p:cNvPr id="645" name="Google Shape;645;p64"/>
            <p:cNvGrpSpPr/>
            <p:nvPr/>
          </p:nvGrpSpPr>
          <p:grpSpPr>
            <a:xfrm>
              <a:off x="8016707" y="3849697"/>
              <a:ext cx="182878" cy="182886"/>
              <a:chOff x="769861" y="772165"/>
              <a:chExt cx="148500" cy="149100"/>
            </a:xfrm>
          </p:grpSpPr>
          <p:sp>
            <p:nvSpPr>
              <p:cNvPr id="646" name="Google Shape;646;p64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64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8" name="Google Shape;648;p64"/>
            <p:cNvSpPr/>
            <p:nvPr/>
          </p:nvSpPr>
          <p:spPr>
            <a:xfrm>
              <a:off x="7772225" y="421052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9" name="Google Shape;649;p64"/>
          <p:cNvGrpSpPr/>
          <p:nvPr/>
        </p:nvGrpSpPr>
        <p:grpSpPr>
          <a:xfrm>
            <a:off x="704489" y="1362450"/>
            <a:ext cx="774725" cy="1146125"/>
            <a:chOff x="704489" y="1362450"/>
            <a:chExt cx="774725" cy="1146125"/>
          </a:xfrm>
        </p:grpSpPr>
        <p:sp>
          <p:nvSpPr>
            <p:cNvPr id="650" name="Google Shape;650;p64"/>
            <p:cNvSpPr/>
            <p:nvPr/>
          </p:nvSpPr>
          <p:spPr>
            <a:xfrm>
              <a:off x="993864" y="184150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4"/>
            <p:cNvSpPr/>
            <p:nvPr/>
          </p:nvSpPr>
          <p:spPr>
            <a:xfrm>
              <a:off x="70448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4"/>
            <p:cNvSpPr/>
            <p:nvPr/>
          </p:nvSpPr>
          <p:spPr>
            <a:xfrm>
              <a:off x="1296214" y="154545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4"/>
            <p:cNvSpPr/>
            <p:nvPr/>
          </p:nvSpPr>
          <p:spPr>
            <a:xfrm>
              <a:off x="768450" y="2350175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54" name="Google Shape;6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975" y="1983450"/>
            <a:ext cx="2399582" cy="213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300" y="1983450"/>
            <a:ext cx="2323205" cy="213295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4"/>
          <p:cNvSpPr txBox="1">
            <a:spLocks noGrp="1"/>
          </p:cNvSpPr>
          <p:nvPr>
            <p:ph type="subTitle" idx="2"/>
          </p:nvPr>
        </p:nvSpPr>
        <p:spPr>
          <a:xfrm>
            <a:off x="4526675" y="4235150"/>
            <a:ext cx="3672900" cy="3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INRIX 2025 Global Traffic Scorecard</a:t>
            </a:r>
            <a:endParaRPr/>
          </a:p>
        </p:txBody>
      </p:sp>
      <p:sp>
        <p:nvSpPr>
          <p:cNvPr id="657" name="Google Shape;657;p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11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Urban Traffic &amp; the Rise of Edge-IoT ITS (Contd…)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65"/>
          <p:cNvSpPr txBox="1">
            <a:spLocks noGrp="1"/>
          </p:cNvSpPr>
          <p:nvPr>
            <p:ph type="subTitle" idx="2"/>
          </p:nvPr>
        </p:nvSpPr>
        <p:spPr>
          <a:xfrm>
            <a:off x="713225" y="1791450"/>
            <a:ext cx="4296900" cy="31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Edge devices bring speed and autonomy, but also strict compute, memory, and energy constraints that most research ignores.</a:t>
            </a:r>
            <a:endParaRPr/>
          </a:p>
        </p:txBody>
      </p:sp>
      <p:grpSp>
        <p:nvGrpSpPr>
          <p:cNvPr id="664" name="Google Shape;664;p65"/>
          <p:cNvGrpSpPr/>
          <p:nvPr/>
        </p:nvGrpSpPr>
        <p:grpSpPr>
          <a:xfrm>
            <a:off x="7772225" y="3849697"/>
            <a:ext cx="427360" cy="543828"/>
            <a:chOff x="7772225" y="3849697"/>
            <a:chExt cx="427360" cy="543828"/>
          </a:xfrm>
        </p:grpSpPr>
        <p:grpSp>
          <p:nvGrpSpPr>
            <p:cNvPr id="665" name="Google Shape;665;p65"/>
            <p:cNvGrpSpPr/>
            <p:nvPr/>
          </p:nvGrpSpPr>
          <p:grpSpPr>
            <a:xfrm>
              <a:off x="8016707" y="3849697"/>
              <a:ext cx="182878" cy="182886"/>
              <a:chOff x="769861" y="772165"/>
              <a:chExt cx="148500" cy="149100"/>
            </a:xfrm>
          </p:grpSpPr>
          <p:sp>
            <p:nvSpPr>
              <p:cNvPr id="666" name="Google Shape;666;p65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65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8" name="Google Shape;668;p65"/>
            <p:cNvSpPr/>
            <p:nvPr/>
          </p:nvSpPr>
          <p:spPr>
            <a:xfrm>
              <a:off x="7772225" y="421052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9" name="Google Shape;669;p65"/>
          <p:cNvGrpSpPr/>
          <p:nvPr/>
        </p:nvGrpSpPr>
        <p:grpSpPr>
          <a:xfrm>
            <a:off x="704489" y="1362450"/>
            <a:ext cx="774725" cy="1146125"/>
            <a:chOff x="704489" y="1362450"/>
            <a:chExt cx="774725" cy="1146125"/>
          </a:xfrm>
        </p:grpSpPr>
        <p:sp>
          <p:nvSpPr>
            <p:cNvPr id="670" name="Google Shape;670;p65"/>
            <p:cNvSpPr/>
            <p:nvPr/>
          </p:nvSpPr>
          <p:spPr>
            <a:xfrm>
              <a:off x="993864" y="184150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70448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65"/>
            <p:cNvSpPr/>
            <p:nvPr/>
          </p:nvSpPr>
          <p:spPr>
            <a:xfrm>
              <a:off x="1296214" y="154545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65"/>
            <p:cNvSpPr/>
            <p:nvPr/>
          </p:nvSpPr>
          <p:spPr>
            <a:xfrm>
              <a:off x="768450" y="2350175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74" name="Google Shape;67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375" y="1724225"/>
            <a:ext cx="2852199" cy="28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81" name="Google Shape;681;p66"/>
          <p:cNvSpPr txBox="1">
            <a:spLocks noGrp="1"/>
          </p:cNvSpPr>
          <p:nvPr>
            <p:ph type="subTitle" idx="1"/>
          </p:nvPr>
        </p:nvSpPr>
        <p:spPr>
          <a:xfrm>
            <a:off x="1444619" y="1355692"/>
            <a:ext cx="294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signal systems use fixed-time or simple actuated logic (no real-time adaptation).</a:t>
            </a:r>
            <a:endParaRPr/>
          </a:p>
        </p:txBody>
      </p:sp>
      <p:sp>
        <p:nvSpPr>
          <p:cNvPr id="682" name="Google Shape;682;p66"/>
          <p:cNvSpPr txBox="1">
            <a:spLocks noGrp="1"/>
          </p:cNvSpPr>
          <p:nvPr>
            <p:ph type="subTitle" idx="2"/>
          </p:nvPr>
        </p:nvSpPr>
        <p:spPr>
          <a:xfrm>
            <a:off x="5486200" y="1355725"/>
            <a:ext cx="29445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Reinforcement Learning (RL) has shown strong results for adaptive signal control, but mostly evaluated assuming unconstrained compute.</a:t>
            </a:r>
            <a:endParaRPr dirty="0"/>
          </a:p>
        </p:txBody>
      </p:sp>
      <p:sp>
        <p:nvSpPr>
          <p:cNvPr id="683" name="Google Shape;683;p66"/>
          <p:cNvSpPr txBox="1">
            <a:spLocks noGrp="1"/>
          </p:cNvSpPr>
          <p:nvPr>
            <p:ph type="subTitle" idx="3"/>
          </p:nvPr>
        </p:nvSpPr>
        <p:spPr>
          <a:xfrm>
            <a:off x="1444625" y="3001575"/>
            <a:ext cx="29445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anomaly detection research is typically developed and tested independent of deployment constraints.</a:t>
            </a:r>
            <a:endParaRPr/>
          </a:p>
        </p:txBody>
      </p:sp>
      <p:sp>
        <p:nvSpPr>
          <p:cNvPr id="684" name="Google Shape;684;p66"/>
          <p:cNvSpPr txBox="1">
            <a:spLocks noGrp="1"/>
          </p:cNvSpPr>
          <p:nvPr>
            <p:ph type="subTitle" idx="4"/>
          </p:nvPr>
        </p:nvSpPr>
        <p:spPr>
          <a:xfrm>
            <a:off x="5486200" y="3001649"/>
            <a:ext cx="2944500" cy="1602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Edge-cloud offloading (</a:t>
            </a:r>
            <a:r>
              <a:rPr lang="en-US" dirty="0"/>
              <a:t>deciding what runs locally versus in the cloud)</a:t>
            </a:r>
            <a:r>
              <a:rPr lang="en" dirty="0"/>
              <a:t> is well-studied in distributed systems / IoT, but rarely co-designed with the learning-based control and detection modules.</a:t>
            </a:r>
            <a:endParaRPr dirty="0"/>
          </a:p>
        </p:txBody>
      </p:sp>
      <p:grpSp>
        <p:nvGrpSpPr>
          <p:cNvPr id="685" name="Google Shape;685;p66"/>
          <p:cNvGrpSpPr/>
          <p:nvPr/>
        </p:nvGrpSpPr>
        <p:grpSpPr>
          <a:xfrm>
            <a:off x="713218" y="1559140"/>
            <a:ext cx="548625" cy="507495"/>
            <a:chOff x="6257325" y="4172675"/>
            <a:chExt cx="372075" cy="342925"/>
          </a:xfrm>
        </p:grpSpPr>
        <p:sp>
          <p:nvSpPr>
            <p:cNvPr id="686" name="Google Shape;686;p66"/>
            <p:cNvSpPr/>
            <p:nvPr/>
          </p:nvSpPr>
          <p:spPr>
            <a:xfrm>
              <a:off x="6323400" y="4428350"/>
              <a:ext cx="22050" cy="43475"/>
            </a:xfrm>
            <a:custGeom>
              <a:avLst/>
              <a:gdLst/>
              <a:ahLst/>
              <a:cxnLst/>
              <a:rect l="l" t="t" r="r" b="b"/>
              <a:pathLst>
                <a:path w="882" h="1739" extrusionOk="0">
                  <a:moveTo>
                    <a:pt x="441" y="1"/>
                  </a:moveTo>
                  <a:cubicBezTo>
                    <a:pt x="203" y="1"/>
                    <a:pt x="0" y="191"/>
                    <a:pt x="0" y="441"/>
                  </a:cubicBezTo>
                  <a:lnTo>
                    <a:pt x="0" y="1310"/>
                  </a:lnTo>
                  <a:cubicBezTo>
                    <a:pt x="0" y="1548"/>
                    <a:pt x="203" y="1739"/>
                    <a:pt x="441" y="1739"/>
                  </a:cubicBezTo>
                  <a:cubicBezTo>
                    <a:pt x="679" y="1739"/>
                    <a:pt x="881" y="1548"/>
                    <a:pt x="881" y="1310"/>
                  </a:cubicBezTo>
                  <a:lnTo>
                    <a:pt x="881" y="441"/>
                  </a:lnTo>
                  <a:cubicBezTo>
                    <a:pt x="881" y="191"/>
                    <a:pt x="679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6"/>
            <p:cNvSpPr/>
            <p:nvPr/>
          </p:nvSpPr>
          <p:spPr>
            <a:xfrm>
              <a:off x="6367150" y="4428350"/>
              <a:ext cx="21750" cy="43475"/>
            </a:xfrm>
            <a:custGeom>
              <a:avLst/>
              <a:gdLst/>
              <a:ahLst/>
              <a:cxnLst/>
              <a:rect l="l" t="t" r="r" b="b"/>
              <a:pathLst>
                <a:path w="870" h="1739" extrusionOk="0">
                  <a:moveTo>
                    <a:pt x="441" y="1"/>
                  </a:moveTo>
                  <a:cubicBezTo>
                    <a:pt x="191" y="1"/>
                    <a:pt x="1" y="191"/>
                    <a:pt x="1" y="441"/>
                  </a:cubicBezTo>
                  <a:lnTo>
                    <a:pt x="1" y="1310"/>
                  </a:lnTo>
                  <a:cubicBezTo>
                    <a:pt x="1" y="1548"/>
                    <a:pt x="191" y="1739"/>
                    <a:pt x="441" y="1739"/>
                  </a:cubicBezTo>
                  <a:cubicBezTo>
                    <a:pt x="679" y="1739"/>
                    <a:pt x="870" y="1548"/>
                    <a:pt x="870" y="1310"/>
                  </a:cubicBezTo>
                  <a:lnTo>
                    <a:pt x="870" y="441"/>
                  </a:lnTo>
                  <a:cubicBezTo>
                    <a:pt x="870" y="191"/>
                    <a:pt x="679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6"/>
            <p:cNvSpPr/>
            <p:nvPr/>
          </p:nvSpPr>
          <p:spPr>
            <a:xfrm>
              <a:off x="6410600" y="4428350"/>
              <a:ext cx="22050" cy="43475"/>
            </a:xfrm>
            <a:custGeom>
              <a:avLst/>
              <a:gdLst/>
              <a:ahLst/>
              <a:cxnLst/>
              <a:rect l="l" t="t" r="r" b="b"/>
              <a:pathLst>
                <a:path w="882" h="1739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1310"/>
                  </a:lnTo>
                  <a:cubicBezTo>
                    <a:pt x="1" y="1548"/>
                    <a:pt x="203" y="1739"/>
                    <a:pt x="441" y="1739"/>
                  </a:cubicBezTo>
                  <a:cubicBezTo>
                    <a:pt x="680" y="1739"/>
                    <a:pt x="882" y="1548"/>
                    <a:pt x="882" y="1310"/>
                  </a:cubicBezTo>
                  <a:lnTo>
                    <a:pt x="882" y="441"/>
                  </a:lnTo>
                  <a:cubicBezTo>
                    <a:pt x="882" y="191"/>
                    <a:pt x="680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66"/>
            <p:cNvSpPr/>
            <p:nvPr/>
          </p:nvSpPr>
          <p:spPr>
            <a:xfrm>
              <a:off x="6497825" y="4428350"/>
              <a:ext cx="22050" cy="43475"/>
            </a:xfrm>
            <a:custGeom>
              <a:avLst/>
              <a:gdLst/>
              <a:ahLst/>
              <a:cxnLst/>
              <a:rect l="l" t="t" r="r" b="b"/>
              <a:pathLst>
                <a:path w="882" h="1739" extrusionOk="0">
                  <a:moveTo>
                    <a:pt x="441" y="1"/>
                  </a:moveTo>
                  <a:cubicBezTo>
                    <a:pt x="203" y="1"/>
                    <a:pt x="0" y="191"/>
                    <a:pt x="0" y="441"/>
                  </a:cubicBezTo>
                  <a:lnTo>
                    <a:pt x="0" y="1310"/>
                  </a:lnTo>
                  <a:cubicBezTo>
                    <a:pt x="0" y="1548"/>
                    <a:pt x="203" y="1739"/>
                    <a:pt x="441" y="1739"/>
                  </a:cubicBezTo>
                  <a:cubicBezTo>
                    <a:pt x="679" y="1739"/>
                    <a:pt x="882" y="1548"/>
                    <a:pt x="882" y="1310"/>
                  </a:cubicBezTo>
                  <a:lnTo>
                    <a:pt x="882" y="441"/>
                  </a:lnTo>
                  <a:cubicBezTo>
                    <a:pt x="882" y="191"/>
                    <a:pt x="679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66"/>
            <p:cNvSpPr/>
            <p:nvPr/>
          </p:nvSpPr>
          <p:spPr>
            <a:xfrm>
              <a:off x="6541575" y="4428350"/>
              <a:ext cx="21750" cy="43475"/>
            </a:xfrm>
            <a:custGeom>
              <a:avLst/>
              <a:gdLst/>
              <a:ahLst/>
              <a:cxnLst/>
              <a:rect l="l" t="t" r="r" b="b"/>
              <a:pathLst>
                <a:path w="870" h="1739" extrusionOk="0">
                  <a:moveTo>
                    <a:pt x="429" y="1"/>
                  </a:moveTo>
                  <a:cubicBezTo>
                    <a:pt x="191" y="1"/>
                    <a:pt x="1" y="191"/>
                    <a:pt x="1" y="441"/>
                  </a:cubicBezTo>
                  <a:lnTo>
                    <a:pt x="1" y="1310"/>
                  </a:lnTo>
                  <a:cubicBezTo>
                    <a:pt x="1" y="1548"/>
                    <a:pt x="191" y="1739"/>
                    <a:pt x="429" y="1739"/>
                  </a:cubicBezTo>
                  <a:cubicBezTo>
                    <a:pt x="679" y="1739"/>
                    <a:pt x="870" y="1548"/>
                    <a:pt x="870" y="1310"/>
                  </a:cubicBezTo>
                  <a:lnTo>
                    <a:pt x="870" y="441"/>
                  </a:lnTo>
                  <a:cubicBezTo>
                    <a:pt x="870" y="191"/>
                    <a:pt x="679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66"/>
            <p:cNvSpPr/>
            <p:nvPr/>
          </p:nvSpPr>
          <p:spPr>
            <a:xfrm>
              <a:off x="6454375" y="4428350"/>
              <a:ext cx="21750" cy="43475"/>
            </a:xfrm>
            <a:custGeom>
              <a:avLst/>
              <a:gdLst/>
              <a:ahLst/>
              <a:cxnLst/>
              <a:rect l="l" t="t" r="r" b="b"/>
              <a:pathLst>
                <a:path w="870" h="1739" extrusionOk="0">
                  <a:moveTo>
                    <a:pt x="429" y="1"/>
                  </a:moveTo>
                  <a:cubicBezTo>
                    <a:pt x="191" y="1"/>
                    <a:pt x="0" y="191"/>
                    <a:pt x="0" y="441"/>
                  </a:cubicBezTo>
                  <a:lnTo>
                    <a:pt x="0" y="1310"/>
                  </a:lnTo>
                  <a:cubicBezTo>
                    <a:pt x="0" y="1548"/>
                    <a:pt x="191" y="1739"/>
                    <a:pt x="429" y="1739"/>
                  </a:cubicBezTo>
                  <a:cubicBezTo>
                    <a:pt x="679" y="1739"/>
                    <a:pt x="869" y="1548"/>
                    <a:pt x="869" y="1310"/>
                  </a:cubicBezTo>
                  <a:lnTo>
                    <a:pt x="869" y="441"/>
                  </a:lnTo>
                  <a:cubicBezTo>
                    <a:pt x="869" y="191"/>
                    <a:pt x="679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66"/>
            <p:cNvSpPr/>
            <p:nvPr/>
          </p:nvSpPr>
          <p:spPr>
            <a:xfrm>
              <a:off x="6372800" y="4239350"/>
              <a:ext cx="139050" cy="174450"/>
            </a:xfrm>
            <a:custGeom>
              <a:avLst/>
              <a:gdLst/>
              <a:ahLst/>
              <a:cxnLst/>
              <a:rect l="l" t="t" r="r" b="b"/>
              <a:pathLst>
                <a:path w="5562" h="6978" extrusionOk="0">
                  <a:moveTo>
                    <a:pt x="2823" y="881"/>
                  </a:moveTo>
                  <a:cubicBezTo>
                    <a:pt x="3061" y="881"/>
                    <a:pt x="3263" y="1072"/>
                    <a:pt x="3263" y="1310"/>
                  </a:cubicBezTo>
                  <a:cubicBezTo>
                    <a:pt x="3263" y="1560"/>
                    <a:pt x="3061" y="1750"/>
                    <a:pt x="2823" y="1750"/>
                  </a:cubicBezTo>
                  <a:cubicBezTo>
                    <a:pt x="2584" y="1750"/>
                    <a:pt x="2394" y="1560"/>
                    <a:pt x="2394" y="1310"/>
                  </a:cubicBezTo>
                  <a:cubicBezTo>
                    <a:pt x="2394" y="1072"/>
                    <a:pt x="2584" y="881"/>
                    <a:pt x="2823" y="881"/>
                  </a:cubicBezTo>
                  <a:close/>
                  <a:moveTo>
                    <a:pt x="2823" y="0"/>
                  </a:moveTo>
                  <a:cubicBezTo>
                    <a:pt x="2108" y="0"/>
                    <a:pt x="1513" y="595"/>
                    <a:pt x="1513" y="1310"/>
                  </a:cubicBezTo>
                  <a:cubicBezTo>
                    <a:pt x="1513" y="1596"/>
                    <a:pt x="1608" y="1869"/>
                    <a:pt x="1763" y="2084"/>
                  </a:cubicBezTo>
                  <a:lnTo>
                    <a:pt x="941" y="2358"/>
                  </a:lnTo>
                  <a:cubicBezTo>
                    <a:pt x="846" y="2381"/>
                    <a:pt x="775" y="2441"/>
                    <a:pt x="715" y="2524"/>
                  </a:cubicBezTo>
                  <a:lnTo>
                    <a:pt x="132" y="3393"/>
                  </a:lnTo>
                  <a:cubicBezTo>
                    <a:pt x="1" y="3596"/>
                    <a:pt x="60" y="3870"/>
                    <a:pt x="263" y="4001"/>
                  </a:cubicBezTo>
                  <a:cubicBezTo>
                    <a:pt x="334" y="4048"/>
                    <a:pt x="418" y="4072"/>
                    <a:pt x="501" y="4072"/>
                  </a:cubicBezTo>
                  <a:cubicBezTo>
                    <a:pt x="644" y="4072"/>
                    <a:pt x="775" y="4001"/>
                    <a:pt x="858" y="3882"/>
                  </a:cubicBezTo>
                  <a:lnTo>
                    <a:pt x="1358" y="3131"/>
                  </a:lnTo>
                  <a:lnTo>
                    <a:pt x="2299" y="2822"/>
                  </a:lnTo>
                  <a:lnTo>
                    <a:pt x="2120" y="4060"/>
                  </a:lnTo>
                  <a:lnTo>
                    <a:pt x="715" y="6310"/>
                  </a:lnTo>
                  <a:cubicBezTo>
                    <a:pt x="584" y="6513"/>
                    <a:pt x="644" y="6787"/>
                    <a:pt x="846" y="6918"/>
                  </a:cubicBezTo>
                  <a:cubicBezTo>
                    <a:pt x="918" y="6953"/>
                    <a:pt x="1001" y="6977"/>
                    <a:pt x="1084" y="6977"/>
                  </a:cubicBezTo>
                  <a:cubicBezTo>
                    <a:pt x="1227" y="6977"/>
                    <a:pt x="1370" y="6906"/>
                    <a:pt x="1453" y="6775"/>
                  </a:cubicBezTo>
                  <a:lnTo>
                    <a:pt x="2644" y="4870"/>
                  </a:lnTo>
                  <a:lnTo>
                    <a:pt x="3597" y="5632"/>
                  </a:lnTo>
                  <a:lnTo>
                    <a:pt x="3858" y="6644"/>
                  </a:lnTo>
                  <a:cubicBezTo>
                    <a:pt x="3906" y="6846"/>
                    <a:pt x="4085" y="6977"/>
                    <a:pt x="4275" y="6977"/>
                  </a:cubicBezTo>
                  <a:cubicBezTo>
                    <a:pt x="4311" y="6977"/>
                    <a:pt x="4347" y="6977"/>
                    <a:pt x="4382" y="6965"/>
                  </a:cubicBezTo>
                  <a:cubicBezTo>
                    <a:pt x="4620" y="6906"/>
                    <a:pt x="4763" y="6668"/>
                    <a:pt x="4704" y="6441"/>
                  </a:cubicBezTo>
                  <a:lnTo>
                    <a:pt x="4406" y="5275"/>
                  </a:lnTo>
                  <a:cubicBezTo>
                    <a:pt x="4382" y="5179"/>
                    <a:pt x="4335" y="5096"/>
                    <a:pt x="4263" y="5036"/>
                  </a:cubicBezTo>
                  <a:lnTo>
                    <a:pt x="3001" y="4036"/>
                  </a:lnTo>
                  <a:lnTo>
                    <a:pt x="3132" y="3108"/>
                  </a:lnTo>
                  <a:lnTo>
                    <a:pt x="3680" y="3655"/>
                  </a:lnTo>
                  <a:cubicBezTo>
                    <a:pt x="3763" y="3739"/>
                    <a:pt x="3870" y="3786"/>
                    <a:pt x="3989" y="3786"/>
                  </a:cubicBezTo>
                  <a:lnTo>
                    <a:pt x="5121" y="3786"/>
                  </a:lnTo>
                  <a:cubicBezTo>
                    <a:pt x="5359" y="3786"/>
                    <a:pt x="5561" y="3584"/>
                    <a:pt x="5561" y="3346"/>
                  </a:cubicBezTo>
                  <a:cubicBezTo>
                    <a:pt x="5561" y="3108"/>
                    <a:pt x="5359" y="2917"/>
                    <a:pt x="5121" y="2917"/>
                  </a:cubicBezTo>
                  <a:lnTo>
                    <a:pt x="4168" y="2917"/>
                  </a:lnTo>
                  <a:lnTo>
                    <a:pt x="3608" y="2358"/>
                  </a:lnTo>
                  <a:cubicBezTo>
                    <a:pt x="3930" y="2119"/>
                    <a:pt x="4132" y="1738"/>
                    <a:pt x="4132" y="1310"/>
                  </a:cubicBezTo>
                  <a:cubicBezTo>
                    <a:pt x="4132" y="595"/>
                    <a:pt x="3549" y="0"/>
                    <a:pt x="2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66"/>
            <p:cNvSpPr/>
            <p:nvPr/>
          </p:nvSpPr>
          <p:spPr>
            <a:xfrm>
              <a:off x="6257325" y="4172675"/>
              <a:ext cx="372075" cy="342925"/>
            </a:xfrm>
            <a:custGeom>
              <a:avLst/>
              <a:gdLst/>
              <a:ahLst/>
              <a:cxnLst/>
              <a:rect l="l" t="t" r="r" b="b"/>
              <a:pathLst>
                <a:path w="14883" h="13717" extrusionOk="0">
                  <a:moveTo>
                    <a:pt x="7442" y="869"/>
                  </a:moveTo>
                  <a:cubicBezTo>
                    <a:pt x="7823" y="869"/>
                    <a:pt x="8180" y="1084"/>
                    <a:pt x="8370" y="1417"/>
                  </a:cubicBezTo>
                  <a:lnTo>
                    <a:pt x="13859" y="11085"/>
                  </a:lnTo>
                  <a:cubicBezTo>
                    <a:pt x="13966" y="11263"/>
                    <a:pt x="14014" y="11454"/>
                    <a:pt x="14014" y="11668"/>
                  </a:cubicBezTo>
                  <a:cubicBezTo>
                    <a:pt x="14014" y="12311"/>
                    <a:pt x="13490" y="12847"/>
                    <a:pt x="12835" y="12847"/>
                  </a:cubicBezTo>
                  <a:lnTo>
                    <a:pt x="2060" y="12847"/>
                  </a:lnTo>
                  <a:cubicBezTo>
                    <a:pt x="1405" y="12847"/>
                    <a:pt x="869" y="12311"/>
                    <a:pt x="869" y="11668"/>
                  </a:cubicBezTo>
                  <a:cubicBezTo>
                    <a:pt x="869" y="11454"/>
                    <a:pt x="929" y="11263"/>
                    <a:pt x="1024" y="11085"/>
                  </a:cubicBezTo>
                  <a:lnTo>
                    <a:pt x="6513" y="1417"/>
                  </a:lnTo>
                  <a:cubicBezTo>
                    <a:pt x="6703" y="1084"/>
                    <a:pt x="7061" y="869"/>
                    <a:pt x="7442" y="869"/>
                  </a:cubicBezTo>
                  <a:close/>
                  <a:moveTo>
                    <a:pt x="7442" y="0"/>
                  </a:moveTo>
                  <a:cubicBezTo>
                    <a:pt x="6751" y="0"/>
                    <a:pt x="6096" y="381"/>
                    <a:pt x="5763" y="988"/>
                  </a:cubicBezTo>
                  <a:lnTo>
                    <a:pt x="274" y="10644"/>
                  </a:lnTo>
                  <a:cubicBezTo>
                    <a:pt x="95" y="10954"/>
                    <a:pt x="0" y="11311"/>
                    <a:pt x="0" y="11668"/>
                  </a:cubicBezTo>
                  <a:cubicBezTo>
                    <a:pt x="0" y="12799"/>
                    <a:pt x="929" y="13716"/>
                    <a:pt x="2060" y="13716"/>
                  </a:cubicBezTo>
                  <a:lnTo>
                    <a:pt x="12835" y="13716"/>
                  </a:lnTo>
                  <a:cubicBezTo>
                    <a:pt x="13966" y="13716"/>
                    <a:pt x="14883" y="12799"/>
                    <a:pt x="14883" y="11668"/>
                  </a:cubicBezTo>
                  <a:cubicBezTo>
                    <a:pt x="14883" y="11311"/>
                    <a:pt x="14788" y="10954"/>
                    <a:pt x="14621" y="10644"/>
                  </a:cubicBezTo>
                  <a:lnTo>
                    <a:pt x="9132" y="988"/>
                  </a:lnTo>
                  <a:cubicBezTo>
                    <a:pt x="8787" y="381"/>
                    <a:pt x="8144" y="0"/>
                    <a:pt x="7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4" name="Google Shape;694;p66"/>
          <p:cNvSpPr/>
          <p:nvPr/>
        </p:nvSpPr>
        <p:spPr>
          <a:xfrm>
            <a:off x="4754825" y="1538613"/>
            <a:ext cx="548625" cy="548625"/>
          </a:xfrm>
          <a:custGeom>
            <a:avLst/>
            <a:gdLst/>
            <a:ahLst/>
            <a:cxnLst/>
            <a:rect l="l" t="t" r="r" b="b"/>
            <a:pathLst>
              <a:path w="14883" h="14883" extrusionOk="0">
                <a:moveTo>
                  <a:pt x="7441" y="2619"/>
                </a:moveTo>
                <a:cubicBezTo>
                  <a:pt x="8275" y="2619"/>
                  <a:pt x="9084" y="2834"/>
                  <a:pt x="9799" y="3239"/>
                </a:cubicBezTo>
                <a:lnTo>
                  <a:pt x="7441" y="5596"/>
                </a:lnTo>
                <a:lnTo>
                  <a:pt x="5084" y="3239"/>
                </a:lnTo>
                <a:cubicBezTo>
                  <a:pt x="5798" y="2834"/>
                  <a:pt x="6608" y="2619"/>
                  <a:pt x="7441" y="2619"/>
                </a:cubicBezTo>
                <a:close/>
                <a:moveTo>
                  <a:pt x="7441" y="1738"/>
                </a:moveTo>
                <a:cubicBezTo>
                  <a:pt x="6251" y="1738"/>
                  <a:pt x="5108" y="2107"/>
                  <a:pt x="4131" y="2798"/>
                </a:cubicBezTo>
                <a:cubicBezTo>
                  <a:pt x="4036" y="2881"/>
                  <a:pt x="3965" y="2989"/>
                  <a:pt x="3953" y="3119"/>
                </a:cubicBezTo>
                <a:cubicBezTo>
                  <a:pt x="3941" y="3250"/>
                  <a:pt x="3989" y="3370"/>
                  <a:pt x="4084" y="3465"/>
                </a:cubicBezTo>
                <a:lnTo>
                  <a:pt x="7132" y="6513"/>
                </a:lnTo>
                <a:cubicBezTo>
                  <a:pt x="7215" y="6596"/>
                  <a:pt x="7322" y="6644"/>
                  <a:pt x="7441" y="6644"/>
                </a:cubicBezTo>
                <a:cubicBezTo>
                  <a:pt x="7560" y="6644"/>
                  <a:pt x="7668" y="6596"/>
                  <a:pt x="7751" y="6513"/>
                </a:cubicBezTo>
                <a:lnTo>
                  <a:pt x="10799" y="3465"/>
                </a:lnTo>
                <a:cubicBezTo>
                  <a:pt x="10894" y="3370"/>
                  <a:pt x="10942" y="3250"/>
                  <a:pt x="10930" y="3119"/>
                </a:cubicBezTo>
                <a:cubicBezTo>
                  <a:pt x="10918" y="2989"/>
                  <a:pt x="10847" y="2881"/>
                  <a:pt x="10751" y="2798"/>
                </a:cubicBezTo>
                <a:cubicBezTo>
                  <a:pt x="9775" y="2107"/>
                  <a:pt x="8632" y="1738"/>
                  <a:pt x="7441" y="1738"/>
                </a:cubicBezTo>
                <a:close/>
                <a:moveTo>
                  <a:pt x="3239" y="5084"/>
                </a:moveTo>
                <a:lnTo>
                  <a:pt x="5596" y="7441"/>
                </a:lnTo>
                <a:lnTo>
                  <a:pt x="3239" y="9799"/>
                </a:lnTo>
                <a:cubicBezTo>
                  <a:pt x="2834" y="9085"/>
                  <a:pt x="2619" y="8275"/>
                  <a:pt x="2619" y="7441"/>
                </a:cubicBezTo>
                <a:cubicBezTo>
                  <a:pt x="2619" y="6608"/>
                  <a:pt x="2834" y="5798"/>
                  <a:pt x="3239" y="5084"/>
                </a:cubicBezTo>
                <a:close/>
                <a:moveTo>
                  <a:pt x="11644" y="5084"/>
                </a:moveTo>
                <a:cubicBezTo>
                  <a:pt x="12049" y="5798"/>
                  <a:pt x="12263" y="6608"/>
                  <a:pt x="12263" y="7441"/>
                </a:cubicBezTo>
                <a:cubicBezTo>
                  <a:pt x="12263" y="8275"/>
                  <a:pt x="12049" y="9085"/>
                  <a:pt x="11644" y="9799"/>
                </a:cubicBezTo>
                <a:lnTo>
                  <a:pt x="9287" y="7441"/>
                </a:lnTo>
                <a:lnTo>
                  <a:pt x="11644" y="5084"/>
                </a:lnTo>
                <a:close/>
                <a:moveTo>
                  <a:pt x="3159" y="3951"/>
                </a:moveTo>
                <a:cubicBezTo>
                  <a:pt x="3146" y="3951"/>
                  <a:pt x="3133" y="3952"/>
                  <a:pt x="3119" y="3953"/>
                </a:cubicBezTo>
                <a:cubicBezTo>
                  <a:pt x="2988" y="3965"/>
                  <a:pt x="2881" y="4036"/>
                  <a:pt x="2798" y="4132"/>
                </a:cubicBezTo>
                <a:cubicBezTo>
                  <a:pt x="2107" y="5108"/>
                  <a:pt x="1738" y="6251"/>
                  <a:pt x="1738" y="7441"/>
                </a:cubicBezTo>
                <a:cubicBezTo>
                  <a:pt x="1738" y="8632"/>
                  <a:pt x="2107" y="9775"/>
                  <a:pt x="2798" y="10751"/>
                </a:cubicBezTo>
                <a:cubicBezTo>
                  <a:pt x="2881" y="10847"/>
                  <a:pt x="2988" y="10918"/>
                  <a:pt x="3119" y="10930"/>
                </a:cubicBezTo>
                <a:lnTo>
                  <a:pt x="3155" y="10930"/>
                </a:lnTo>
                <a:cubicBezTo>
                  <a:pt x="3274" y="10930"/>
                  <a:pt x="3381" y="10882"/>
                  <a:pt x="3465" y="10799"/>
                </a:cubicBezTo>
                <a:lnTo>
                  <a:pt x="6513" y="7751"/>
                </a:lnTo>
                <a:cubicBezTo>
                  <a:pt x="6691" y="7584"/>
                  <a:pt x="6691" y="7299"/>
                  <a:pt x="6513" y="7132"/>
                </a:cubicBezTo>
                <a:lnTo>
                  <a:pt x="3465" y="4084"/>
                </a:lnTo>
                <a:cubicBezTo>
                  <a:pt x="3379" y="3998"/>
                  <a:pt x="3274" y="3951"/>
                  <a:pt x="3159" y="3951"/>
                </a:cubicBezTo>
                <a:close/>
                <a:moveTo>
                  <a:pt x="11724" y="3951"/>
                </a:moveTo>
                <a:cubicBezTo>
                  <a:pt x="11609" y="3951"/>
                  <a:pt x="11504" y="3998"/>
                  <a:pt x="11418" y="4084"/>
                </a:cubicBezTo>
                <a:lnTo>
                  <a:pt x="8370" y="7132"/>
                </a:lnTo>
                <a:cubicBezTo>
                  <a:pt x="8192" y="7299"/>
                  <a:pt x="8192" y="7584"/>
                  <a:pt x="8370" y="7751"/>
                </a:cubicBezTo>
                <a:lnTo>
                  <a:pt x="11418" y="10799"/>
                </a:lnTo>
                <a:cubicBezTo>
                  <a:pt x="11501" y="10882"/>
                  <a:pt x="11609" y="10930"/>
                  <a:pt x="11728" y="10930"/>
                </a:cubicBezTo>
                <a:lnTo>
                  <a:pt x="11763" y="10930"/>
                </a:lnTo>
                <a:cubicBezTo>
                  <a:pt x="11894" y="10918"/>
                  <a:pt x="12002" y="10847"/>
                  <a:pt x="12085" y="10751"/>
                </a:cubicBezTo>
                <a:cubicBezTo>
                  <a:pt x="12775" y="9775"/>
                  <a:pt x="13145" y="8632"/>
                  <a:pt x="13145" y="7441"/>
                </a:cubicBezTo>
                <a:cubicBezTo>
                  <a:pt x="13145" y="6251"/>
                  <a:pt x="12775" y="5108"/>
                  <a:pt x="12085" y="4132"/>
                </a:cubicBezTo>
                <a:cubicBezTo>
                  <a:pt x="12002" y="4036"/>
                  <a:pt x="11894" y="3965"/>
                  <a:pt x="11763" y="3953"/>
                </a:cubicBezTo>
                <a:cubicBezTo>
                  <a:pt x="11750" y="3952"/>
                  <a:pt x="11737" y="3951"/>
                  <a:pt x="11724" y="3951"/>
                </a:cubicBezTo>
                <a:close/>
                <a:moveTo>
                  <a:pt x="7441" y="9287"/>
                </a:moveTo>
                <a:lnTo>
                  <a:pt x="9799" y="11644"/>
                </a:lnTo>
                <a:cubicBezTo>
                  <a:pt x="9084" y="12049"/>
                  <a:pt x="8275" y="12263"/>
                  <a:pt x="7441" y="12263"/>
                </a:cubicBezTo>
                <a:cubicBezTo>
                  <a:pt x="6608" y="12263"/>
                  <a:pt x="5798" y="12049"/>
                  <a:pt x="5084" y="11644"/>
                </a:cubicBezTo>
                <a:lnTo>
                  <a:pt x="7441" y="9287"/>
                </a:lnTo>
                <a:close/>
                <a:moveTo>
                  <a:pt x="7441" y="8239"/>
                </a:moveTo>
                <a:cubicBezTo>
                  <a:pt x="7322" y="8239"/>
                  <a:pt x="7215" y="8287"/>
                  <a:pt x="7132" y="8370"/>
                </a:cubicBezTo>
                <a:lnTo>
                  <a:pt x="4084" y="11418"/>
                </a:lnTo>
                <a:cubicBezTo>
                  <a:pt x="3989" y="11513"/>
                  <a:pt x="3941" y="11632"/>
                  <a:pt x="3953" y="11763"/>
                </a:cubicBezTo>
                <a:cubicBezTo>
                  <a:pt x="3965" y="11894"/>
                  <a:pt x="4036" y="12002"/>
                  <a:pt x="4131" y="12085"/>
                </a:cubicBezTo>
                <a:cubicBezTo>
                  <a:pt x="5108" y="12775"/>
                  <a:pt x="6251" y="13145"/>
                  <a:pt x="7441" y="13145"/>
                </a:cubicBezTo>
                <a:cubicBezTo>
                  <a:pt x="8632" y="13145"/>
                  <a:pt x="9775" y="12775"/>
                  <a:pt x="10739" y="12085"/>
                </a:cubicBezTo>
                <a:cubicBezTo>
                  <a:pt x="10847" y="12002"/>
                  <a:pt x="10918" y="11894"/>
                  <a:pt x="10930" y="11763"/>
                </a:cubicBezTo>
                <a:cubicBezTo>
                  <a:pt x="10942" y="11632"/>
                  <a:pt x="10894" y="11513"/>
                  <a:pt x="10799" y="11418"/>
                </a:cubicBezTo>
                <a:lnTo>
                  <a:pt x="7751" y="8370"/>
                </a:lnTo>
                <a:cubicBezTo>
                  <a:pt x="7668" y="8287"/>
                  <a:pt x="7560" y="8239"/>
                  <a:pt x="7441" y="8239"/>
                </a:cubicBezTo>
                <a:close/>
                <a:moveTo>
                  <a:pt x="7441" y="869"/>
                </a:moveTo>
                <a:cubicBezTo>
                  <a:pt x="9192" y="869"/>
                  <a:pt x="10847" y="1560"/>
                  <a:pt x="12085" y="2798"/>
                </a:cubicBezTo>
                <a:cubicBezTo>
                  <a:pt x="13323" y="4036"/>
                  <a:pt x="14014" y="5691"/>
                  <a:pt x="14014" y="7441"/>
                </a:cubicBezTo>
                <a:cubicBezTo>
                  <a:pt x="14014" y="9192"/>
                  <a:pt x="13323" y="10847"/>
                  <a:pt x="12085" y="12085"/>
                </a:cubicBezTo>
                <a:cubicBezTo>
                  <a:pt x="10847" y="13323"/>
                  <a:pt x="9192" y="14014"/>
                  <a:pt x="7441" y="14014"/>
                </a:cubicBezTo>
                <a:cubicBezTo>
                  <a:pt x="5691" y="14014"/>
                  <a:pt x="4036" y="13323"/>
                  <a:pt x="2798" y="12085"/>
                </a:cubicBezTo>
                <a:cubicBezTo>
                  <a:pt x="1560" y="10847"/>
                  <a:pt x="869" y="9192"/>
                  <a:pt x="869" y="7441"/>
                </a:cubicBezTo>
                <a:cubicBezTo>
                  <a:pt x="869" y="5691"/>
                  <a:pt x="1560" y="4036"/>
                  <a:pt x="2798" y="2798"/>
                </a:cubicBezTo>
                <a:cubicBezTo>
                  <a:pt x="4036" y="1560"/>
                  <a:pt x="5691" y="869"/>
                  <a:pt x="7441" y="869"/>
                </a:cubicBezTo>
                <a:close/>
                <a:moveTo>
                  <a:pt x="7441" y="0"/>
                </a:moveTo>
                <a:cubicBezTo>
                  <a:pt x="5453" y="0"/>
                  <a:pt x="3584" y="774"/>
                  <a:pt x="2179" y="2179"/>
                </a:cubicBezTo>
                <a:cubicBezTo>
                  <a:pt x="774" y="3584"/>
                  <a:pt x="0" y="5453"/>
                  <a:pt x="0" y="7441"/>
                </a:cubicBezTo>
                <a:cubicBezTo>
                  <a:pt x="0" y="9430"/>
                  <a:pt x="774" y="11299"/>
                  <a:pt x="2179" y="12704"/>
                </a:cubicBezTo>
                <a:cubicBezTo>
                  <a:pt x="3584" y="14109"/>
                  <a:pt x="5453" y="14883"/>
                  <a:pt x="7441" y="14883"/>
                </a:cubicBezTo>
                <a:cubicBezTo>
                  <a:pt x="9430" y="14883"/>
                  <a:pt x="11299" y="14109"/>
                  <a:pt x="12704" y="12704"/>
                </a:cubicBezTo>
                <a:cubicBezTo>
                  <a:pt x="14109" y="11299"/>
                  <a:pt x="14883" y="9430"/>
                  <a:pt x="14883" y="7441"/>
                </a:cubicBezTo>
                <a:cubicBezTo>
                  <a:pt x="14883" y="5453"/>
                  <a:pt x="14109" y="3584"/>
                  <a:pt x="12704" y="2179"/>
                </a:cubicBezTo>
                <a:cubicBezTo>
                  <a:pt x="11299" y="774"/>
                  <a:pt x="9430" y="0"/>
                  <a:pt x="74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5" name="Google Shape;695;p66"/>
          <p:cNvGrpSpPr/>
          <p:nvPr/>
        </p:nvGrpSpPr>
        <p:grpSpPr>
          <a:xfrm>
            <a:off x="713234" y="3184539"/>
            <a:ext cx="548625" cy="548625"/>
            <a:chOff x="4000200" y="3413950"/>
            <a:chExt cx="372075" cy="372075"/>
          </a:xfrm>
        </p:grpSpPr>
        <p:sp>
          <p:nvSpPr>
            <p:cNvPr id="696" name="Google Shape;696;p66"/>
            <p:cNvSpPr/>
            <p:nvPr/>
          </p:nvSpPr>
          <p:spPr>
            <a:xfrm>
              <a:off x="4000200" y="3413950"/>
              <a:ext cx="372075" cy="372075"/>
            </a:xfrm>
            <a:custGeom>
              <a:avLst/>
              <a:gdLst/>
              <a:ahLst/>
              <a:cxnLst/>
              <a:rect l="l" t="t" r="r" b="b"/>
              <a:pathLst>
                <a:path w="14883" h="14883" extrusionOk="0">
                  <a:moveTo>
                    <a:pt x="7442" y="869"/>
                  </a:moveTo>
                  <a:cubicBezTo>
                    <a:pt x="9192" y="869"/>
                    <a:pt x="10847" y="1560"/>
                    <a:pt x="12085" y="2798"/>
                  </a:cubicBezTo>
                  <a:cubicBezTo>
                    <a:pt x="13323" y="4036"/>
                    <a:pt x="14014" y="5691"/>
                    <a:pt x="14014" y="7442"/>
                  </a:cubicBezTo>
                  <a:cubicBezTo>
                    <a:pt x="14014" y="9192"/>
                    <a:pt x="13323" y="10847"/>
                    <a:pt x="12085" y="12085"/>
                  </a:cubicBezTo>
                  <a:cubicBezTo>
                    <a:pt x="10847" y="13323"/>
                    <a:pt x="9192" y="14014"/>
                    <a:pt x="7442" y="14014"/>
                  </a:cubicBezTo>
                  <a:cubicBezTo>
                    <a:pt x="5691" y="14014"/>
                    <a:pt x="4036" y="13323"/>
                    <a:pt x="2798" y="12085"/>
                  </a:cubicBezTo>
                  <a:cubicBezTo>
                    <a:pt x="1560" y="10847"/>
                    <a:pt x="869" y="9192"/>
                    <a:pt x="869" y="7442"/>
                  </a:cubicBezTo>
                  <a:cubicBezTo>
                    <a:pt x="869" y="5691"/>
                    <a:pt x="1560" y="4036"/>
                    <a:pt x="2798" y="2798"/>
                  </a:cubicBezTo>
                  <a:cubicBezTo>
                    <a:pt x="4036" y="1560"/>
                    <a:pt x="5691" y="869"/>
                    <a:pt x="7442" y="869"/>
                  </a:cubicBezTo>
                  <a:close/>
                  <a:moveTo>
                    <a:pt x="7442" y="0"/>
                  </a:moveTo>
                  <a:cubicBezTo>
                    <a:pt x="5453" y="0"/>
                    <a:pt x="3584" y="774"/>
                    <a:pt x="2179" y="2179"/>
                  </a:cubicBezTo>
                  <a:cubicBezTo>
                    <a:pt x="774" y="3584"/>
                    <a:pt x="0" y="5453"/>
                    <a:pt x="0" y="7442"/>
                  </a:cubicBezTo>
                  <a:cubicBezTo>
                    <a:pt x="0" y="9430"/>
                    <a:pt x="774" y="11299"/>
                    <a:pt x="2179" y="12704"/>
                  </a:cubicBezTo>
                  <a:cubicBezTo>
                    <a:pt x="3584" y="14109"/>
                    <a:pt x="5453" y="14883"/>
                    <a:pt x="7442" y="14883"/>
                  </a:cubicBezTo>
                  <a:cubicBezTo>
                    <a:pt x="9430" y="14883"/>
                    <a:pt x="11299" y="14109"/>
                    <a:pt x="12704" y="12704"/>
                  </a:cubicBezTo>
                  <a:cubicBezTo>
                    <a:pt x="14109" y="11299"/>
                    <a:pt x="14883" y="9430"/>
                    <a:pt x="14883" y="7442"/>
                  </a:cubicBezTo>
                  <a:cubicBezTo>
                    <a:pt x="14883" y="5453"/>
                    <a:pt x="14109" y="3584"/>
                    <a:pt x="12704" y="2179"/>
                  </a:cubicBezTo>
                  <a:cubicBezTo>
                    <a:pt x="11299" y="774"/>
                    <a:pt x="9430" y="0"/>
                    <a:pt x="7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66"/>
            <p:cNvSpPr/>
            <p:nvPr/>
          </p:nvSpPr>
          <p:spPr>
            <a:xfrm>
              <a:off x="4044550" y="3530975"/>
              <a:ext cx="283375" cy="138075"/>
            </a:xfrm>
            <a:custGeom>
              <a:avLst/>
              <a:gdLst/>
              <a:ahLst/>
              <a:cxnLst/>
              <a:rect l="l" t="t" r="r" b="b"/>
              <a:pathLst>
                <a:path w="11335" h="5523" extrusionOk="0">
                  <a:moveTo>
                    <a:pt x="2905" y="1344"/>
                  </a:moveTo>
                  <a:lnTo>
                    <a:pt x="2905" y="1891"/>
                  </a:lnTo>
                  <a:cubicBezTo>
                    <a:pt x="2905" y="2130"/>
                    <a:pt x="3096" y="2320"/>
                    <a:pt x="3346" y="2320"/>
                  </a:cubicBezTo>
                  <a:lnTo>
                    <a:pt x="10466" y="2320"/>
                  </a:lnTo>
                  <a:lnTo>
                    <a:pt x="10466" y="3201"/>
                  </a:lnTo>
                  <a:lnTo>
                    <a:pt x="3346" y="3201"/>
                  </a:lnTo>
                  <a:cubicBezTo>
                    <a:pt x="3096" y="3201"/>
                    <a:pt x="2905" y="3392"/>
                    <a:pt x="2905" y="3630"/>
                  </a:cubicBezTo>
                  <a:lnTo>
                    <a:pt x="2905" y="4177"/>
                  </a:lnTo>
                  <a:lnTo>
                    <a:pt x="1131" y="2761"/>
                  </a:lnTo>
                  <a:lnTo>
                    <a:pt x="2905" y="1344"/>
                  </a:lnTo>
                  <a:close/>
                  <a:moveTo>
                    <a:pt x="3333" y="1"/>
                  </a:moveTo>
                  <a:cubicBezTo>
                    <a:pt x="3241" y="1"/>
                    <a:pt x="3148" y="31"/>
                    <a:pt x="3072" y="94"/>
                  </a:cubicBezTo>
                  <a:lnTo>
                    <a:pt x="167" y="2415"/>
                  </a:lnTo>
                  <a:cubicBezTo>
                    <a:pt x="60" y="2499"/>
                    <a:pt x="0" y="2630"/>
                    <a:pt x="0" y="2761"/>
                  </a:cubicBezTo>
                  <a:cubicBezTo>
                    <a:pt x="0" y="2892"/>
                    <a:pt x="60" y="3023"/>
                    <a:pt x="167" y="3106"/>
                  </a:cubicBezTo>
                  <a:lnTo>
                    <a:pt x="3072" y="5428"/>
                  </a:lnTo>
                  <a:cubicBezTo>
                    <a:pt x="3143" y="5487"/>
                    <a:pt x="3239" y="5523"/>
                    <a:pt x="3346" y="5523"/>
                  </a:cubicBezTo>
                  <a:cubicBezTo>
                    <a:pt x="3405" y="5523"/>
                    <a:pt x="3465" y="5511"/>
                    <a:pt x="3524" y="5475"/>
                  </a:cubicBezTo>
                  <a:cubicBezTo>
                    <a:pt x="3679" y="5404"/>
                    <a:pt x="3774" y="5249"/>
                    <a:pt x="3774" y="5082"/>
                  </a:cubicBezTo>
                  <a:lnTo>
                    <a:pt x="3774" y="4070"/>
                  </a:lnTo>
                  <a:lnTo>
                    <a:pt x="10894" y="4070"/>
                  </a:lnTo>
                  <a:cubicBezTo>
                    <a:pt x="11144" y="4070"/>
                    <a:pt x="11335" y="3868"/>
                    <a:pt x="11335" y="3630"/>
                  </a:cubicBezTo>
                  <a:lnTo>
                    <a:pt x="11335" y="1891"/>
                  </a:lnTo>
                  <a:cubicBezTo>
                    <a:pt x="11335" y="1653"/>
                    <a:pt x="11144" y="1451"/>
                    <a:pt x="10894" y="1451"/>
                  </a:cubicBezTo>
                  <a:lnTo>
                    <a:pt x="3774" y="1451"/>
                  </a:lnTo>
                  <a:lnTo>
                    <a:pt x="3774" y="439"/>
                  </a:lnTo>
                  <a:cubicBezTo>
                    <a:pt x="3774" y="272"/>
                    <a:pt x="3679" y="117"/>
                    <a:pt x="3524" y="46"/>
                  </a:cubicBezTo>
                  <a:cubicBezTo>
                    <a:pt x="3465" y="16"/>
                    <a:pt x="3399" y="1"/>
                    <a:pt x="3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" name="Google Shape;698;p66"/>
          <p:cNvGrpSpPr/>
          <p:nvPr/>
        </p:nvGrpSpPr>
        <p:grpSpPr>
          <a:xfrm>
            <a:off x="4754835" y="3184464"/>
            <a:ext cx="548625" cy="548624"/>
            <a:chOff x="7009800" y="1181525"/>
            <a:chExt cx="372075" cy="372100"/>
          </a:xfrm>
        </p:grpSpPr>
        <p:sp>
          <p:nvSpPr>
            <p:cNvPr id="699" name="Google Shape;699;p66"/>
            <p:cNvSpPr/>
            <p:nvPr/>
          </p:nvSpPr>
          <p:spPr>
            <a:xfrm>
              <a:off x="7009800" y="1181525"/>
              <a:ext cx="372075" cy="372100"/>
            </a:xfrm>
            <a:custGeom>
              <a:avLst/>
              <a:gdLst/>
              <a:ahLst/>
              <a:cxnLst/>
              <a:rect l="l" t="t" r="r" b="b"/>
              <a:pathLst>
                <a:path w="14883" h="14884" extrusionOk="0">
                  <a:moveTo>
                    <a:pt x="13288" y="870"/>
                  </a:moveTo>
                  <a:cubicBezTo>
                    <a:pt x="13680" y="870"/>
                    <a:pt x="14014" y="1203"/>
                    <a:pt x="14014" y="1596"/>
                  </a:cubicBezTo>
                  <a:lnTo>
                    <a:pt x="14014" y="13288"/>
                  </a:lnTo>
                  <a:cubicBezTo>
                    <a:pt x="14014" y="13681"/>
                    <a:pt x="13680" y="14014"/>
                    <a:pt x="13288" y="14014"/>
                  </a:cubicBezTo>
                  <a:lnTo>
                    <a:pt x="1596" y="14014"/>
                  </a:lnTo>
                  <a:cubicBezTo>
                    <a:pt x="1203" y="14014"/>
                    <a:pt x="869" y="13681"/>
                    <a:pt x="869" y="13288"/>
                  </a:cubicBezTo>
                  <a:lnTo>
                    <a:pt x="869" y="1596"/>
                  </a:lnTo>
                  <a:cubicBezTo>
                    <a:pt x="869" y="1203"/>
                    <a:pt x="1203" y="870"/>
                    <a:pt x="1596" y="870"/>
                  </a:cubicBezTo>
                  <a:close/>
                  <a:moveTo>
                    <a:pt x="1596" y="1"/>
                  </a:moveTo>
                  <a:cubicBezTo>
                    <a:pt x="715" y="1"/>
                    <a:pt x="0" y="715"/>
                    <a:pt x="0" y="1596"/>
                  </a:cubicBezTo>
                  <a:lnTo>
                    <a:pt x="0" y="13288"/>
                  </a:lnTo>
                  <a:cubicBezTo>
                    <a:pt x="0" y="14169"/>
                    <a:pt x="715" y="14883"/>
                    <a:pt x="1596" y="14883"/>
                  </a:cubicBezTo>
                  <a:lnTo>
                    <a:pt x="13288" y="14883"/>
                  </a:lnTo>
                  <a:cubicBezTo>
                    <a:pt x="14169" y="14883"/>
                    <a:pt x="14883" y="14169"/>
                    <a:pt x="14883" y="13288"/>
                  </a:cubicBezTo>
                  <a:lnTo>
                    <a:pt x="14883" y="1596"/>
                  </a:lnTo>
                  <a:cubicBezTo>
                    <a:pt x="14883" y="715"/>
                    <a:pt x="14169" y="1"/>
                    <a:pt x="13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66"/>
            <p:cNvSpPr/>
            <p:nvPr/>
          </p:nvSpPr>
          <p:spPr>
            <a:xfrm>
              <a:off x="7163075" y="1255050"/>
              <a:ext cx="65525" cy="65200"/>
            </a:xfrm>
            <a:custGeom>
              <a:avLst/>
              <a:gdLst/>
              <a:ahLst/>
              <a:cxnLst/>
              <a:rect l="l" t="t" r="r" b="b"/>
              <a:pathLst>
                <a:path w="2621" h="2608" extrusionOk="0">
                  <a:moveTo>
                    <a:pt x="1311" y="869"/>
                  </a:moveTo>
                  <a:cubicBezTo>
                    <a:pt x="1549" y="869"/>
                    <a:pt x="1751" y="1060"/>
                    <a:pt x="1751" y="1298"/>
                  </a:cubicBezTo>
                  <a:cubicBezTo>
                    <a:pt x="1751" y="1548"/>
                    <a:pt x="1549" y="1739"/>
                    <a:pt x="1311" y="1739"/>
                  </a:cubicBezTo>
                  <a:cubicBezTo>
                    <a:pt x="1072" y="1739"/>
                    <a:pt x="870" y="1548"/>
                    <a:pt x="870" y="1298"/>
                  </a:cubicBezTo>
                  <a:cubicBezTo>
                    <a:pt x="870" y="1060"/>
                    <a:pt x="1072" y="869"/>
                    <a:pt x="1311" y="869"/>
                  </a:cubicBezTo>
                  <a:close/>
                  <a:moveTo>
                    <a:pt x="1311" y="0"/>
                  </a:moveTo>
                  <a:cubicBezTo>
                    <a:pt x="584" y="0"/>
                    <a:pt x="1" y="584"/>
                    <a:pt x="1" y="1298"/>
                  </a:cubicBezTo>
                  <a:cubicBezTo>
                    <a:pt x="1" y="2024"/>
                    <a:pt x="584" y="2608"/>
                    <a:pt x="1311" y="2608"/>
                  </a:cubicBezTo>
                  <a:cubicBezTo>
                    <a:pt x="2037" y="2608"/>
                    <a:pt x="2620" y="2024"/>
                    <a:pt x="2620" y="1298"/>
                  </a:cubicBezTo>
                  <a:cubicBezTo>
                    <a:pt x="2620" y="584"/>
                    <a:pt x="2037" y="0"/>
                    <a:pt x="1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66"/>
            <p:cNvSpPr/>
            <p:nvPr/>
          </p:nvSpPr>
          <p:spPr>
            <a:xfrm>
              <a:off x="7163075" y="1334825"/>
              <a:ext cx="65525" cy="65500"/>
            </a:xfrm>
            <a:custGeom>
              <a:avLst/>
              <a:gdLst/>
              <a:ahLst/>
              <a:cxnLst/>
              <a:rect l="l" t="t" r="r" b="b"/>
              <a:pathLst>
                <a:path w="2621" h="2620" extrusionOk="0">
                  <a:moveTo>
                    <a:pt x="1311" y="869"/>
                  </a:moveTo>
                  <a:cubicBezTo>
                    <a:pt x="1549" y="869"/>
                    <a:pt x="1751" y="1072"/>
                    <a:pt x="1751" y="1310"/>
                  </a:cubicBezTo>
                  <a:cubicBezTo>
                    <a:pt x="1751" y="1548"/>
                    <a:pt x="1549" y="1750"/>
                    <a:pt x="1311" y="1750"/>
                  </a:cubicBezTo>
                  <a:cubicBezTo>
                    <a:pt x="1072" y="1750"/>
                    <a:pt x="870" y="1548"/>
                    <a:pt x="870" y="1310"/>
                  </a:cubicBezTo>
                  <a:cubicBezTo>
                    <a:pt x="870" y="1072"/>
                    <a:pt x="1072" y="869"/>
                    <a:pt x="1311" y="869"/>
                  </a:cubicBezTo>
                  <a:close/>
                  <a:moveTo>
                    <a:pt x="1311" y="0"/>
                  </a:moveTo>
                  <a:cubicBezTo>
                    <a:pt x="584" y="0"/>
                    <a:pt x="1" y="584"/>
                    <a:pt x="1" y="1310"/>
                  </a:cubicBezTo>
                  <a:cubicBezTo>
                    <a:pt x="1" y="2036"/>
                    <a:pt x="584" y="2620"/>
                    <a:pt x="1311" y="2620"/>
                  </a:cubicBezTo>
                  <a:cubicBezTo>
                    <a:pt x="2037" y="2620"/>
                    <a:pt x="2620" y="2036"/>
                    <a:pt x="2620" y="1310"/>
                  </a:cubicBezTo>
                  <a:cubicBezTo>
                    <a:pt x="2620" y="584"/>
                    <a:pt x="2037" y="0"/>
                    <a:pt x="1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66"/>
            <p:cNvSpPr/>
            <p:nvPr/>
          </p:nvSpPr>
          <p:spPr>
            <a:xfrm>
              <a:off x="7163075" y="1414875"/>
              <a:ext cx="65525" cy="65225"/>
            </a:xfrm>
            <a:custGeom>
              <a:avLst/>
              <a:gdLst/>
              <a:ahLst/>
              <a:cxnLst/>
              <a:rect l="l" t="t" r="r" b="b"/>
              <a:pathLst>
                <a:path w="2621" h="2609" extrusionOk="0">
                  <a:moveTo>
                    <a:pt x="1311" y="870"/>
                  </a:moveTo>
                  <a:cubicBezTo>
                    <a:pt x="1549" y="870"/>
                    <a:pt x="1751" y="1061"/>
                    <a:pt x="1751" y="1311"/>
                  </a:cubicBezTo>
                  <a:cubicBezTo>
                    <a:pt x="1751" y="1549"/>
                    <a:pt x="1549" y="1739"/>
                    <a:pt x="1311" y="1739"/>
                  </a:cubicBezTo>
                  <a:cubicBezTo>
                    <a:pt x="1072" y="1739"/>
                    <a:pt x="870" y="1549"/>
                    <a:pt x="870" y="1311"/>
                  </a:cubicBezTo>
                  <a:cubicBezTo>
                    <a:pt x="870" y="1061"/>
                    <a:pt x="1072" y="870"/>
                    <a:pt x="1311" y="870"/>
                  </a:cubicBezTo>
                  <a:close/>
                  <a:moveTo>
                    <a:pt x="1311" y="1"/>
                  </a:moveTo>
                  <a:cubicBezTo>
                    <a:pt x="584" y="1"/>
                    <a:pt x="1" y="584"/>
                    <a:pt x="1" y="1311"/>
                  </a:cubicBezTo>
                  <a:cubicBezTo>
                    <a:pt x="1" y="2025"/>
                    <a:pt x="584" y="2608"/>
                    <a:pt x="1311" y="2608"/>
                  </a:cubicBezTo>
                  <a:cubicBezTo>
                    <a:pt x="2037" y="2608"/>
                    <a:pt x="2620" y="2025"/>
                    <a:pt x="2620" y="1311"/>
                  </a:cubicBezTo>
                  <a:cubicBezTo>
                    <a:pt x="2620" y="584"/>
                    <a:pt x="2037" y="1"/>
                    <a:pt x="1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66"/>
            <p:cNvSpPr/>
            <p:nvPr/>
          </p:nvSpPr>
          <p:spPr>
            <a:xfrm>
              <a:off x="7075875" y="1218725"/>
              <a:ext cx="239925" cy="297700"/>
            </a:xfrm>
            <a:custGeom>
              <a:avLst/>
              <a:gdLst/>
              <a:ahLst/>
              <a:cxnLst/>
              <a:rect l="l" t="t" r="r" b="b"/>
              <a:pathLst>
                <a:path w="9597" h="11908" extrusionOk="0">
                  <a:moveTo>
                    <a:pt x="1751" y="1739"/>
                  </a:moveTo>
                  <a:lnTo>
                    <a:pt x="1751" y="2442"/>
                  </a:lnTo>
                  <a:lnTo>
                    <a:pt x="870" y="2156"/>
                  </a:lnTo>
                  <a:lnTo>
                    <a:pt x="870" y="1739"/>
                  </a:lnTo>
                  <a:close/>
                  <a:moveTo>
                    <a:pt x="8728" y="1739"/>
                  </a:moveTo>
                  <a:lnTo>
                    <a:pt x="8728" y="2156"/>
                  </a:lnTo>
                  <a:lnTo>
                    <a:pt x="7847" y="2442"/>
                  </a:lnTo>
                  <a:lnTo>
                    <a:pt x="7847" y="1739"/>
                  </a:lnTo>
                  <a:close/>
                  <a:moveTo>
                    <a:pt x="1751" y="5228"/>
                  </a:moveTo>
                  <a:lnTo>
                    <a:pt x="1751" y="5930"/>
                  </a:lnTo>
                  <a:lnTo>
                    <a:pt x="870" y="5644"/>
                  </a:lnTo>
                  <a:lnTo>
                    <a:pt x="870" y="5228"/>
                  </a:lnTo>
                  <a:close/>
                  <a:moveTo>
                    <a:pt x="8728" y="5228"/>
                  </a:moveTo>
                  <a:lnTo>
                    <a:pt x="8728" y="5644"/>
                  </a:lnTo>
                  <a:lnTo>
                    <a:pt x="7847" y="5930"/>
                  </a:lnTo>
                  <a:lnTo>
                    <a:pt x="7847" y="5228"/>
                  </a:lnTo>
                  <a:close/>
                  <a:moveTo>
                    <a:pt x="1751" y="8716"/>
                  </a:moveTo>
                  <a:lnTo>
                    <a:pt x="1751" y="9419"/>
                  </a:lnTo>
                  <a:lnTo>
                    <a:pt x="870" y="9133"/>
                  </a:lnTo>
                  <a:lnTo>
                    <a:pt x="870" y="8716"/>
                  </a:lnTo>
                  <a:close/>
                  <a:moveTo>
                    <a:pt x="8728" y="8716"/>
                  </a:moveTo>
                  <a:lnTo>
                    <a:pt x="8728" y="9133"/>
                  </a:lnTo>
                  <a:lnTo>
                    <a:pt x="7847" y="9419"/>
                  </a:lnTo>
                  <a:lnTo>
                    <a:pt x="7847" y="8716"/>
                  </a:lnTo>
                  <a:close/>
                  <a:moveTo>
                    <a:pt x="6537" y="870"/>
                  </a:moveTo>
                  <a:cubicBezTo>
                    <a:pt x="6787" y="870"/>
                    <a:pt x="6977" y="1060"/>
                    <a:pt x="6977" y="1299"/>
                  </a:cubicBezTo>
                  <a:lnTo>
                    <a:pt x="6977" y="10609"/>
                  </a:lnTo>
                  <a:cubicBezTo>
                    <a:pt x="6977" y="10847"/>
                    <a:pt x="6787" y="11038"/>
                    <a:pt x="6537" y="11038"/>
                  </a:cubicBezTo>
                  <a:lnTo>
                    <a:pt x="3048" y="11038"/>
                  </a:lnTo>
                  <a:cubicBezTo>
                    <a:pt x="2810" y="11038"/>
                    <a:pt x="2620" y="10847"/>
                    <a:pt x="2620" y="10609"/>
                  </a:cubicBezTo>
                  <a:lnTo>
                    <a:pt x="2620" y="1299"/>
                  </a:lnTo>
                  <a:cubicBezTo>
                    <a:pt x="2620" y="1060"/>
                    <a:pt x="2810" y="870"/>
                    <a:pt x="3048" y="870"/>
                  </a:cubicBezTo>
                  <a:close/>
                  <a:moveTo>
                    <a:pt x="3060" y="1"/>
                  </a:moveTo>
                  <a:cubicBezTo>
                    <a:pt x="2489" y="1"/>
                    <a:pt x="2001" y="358"/>
                    <a:pt x="1822" y="870"/>
                  </a:cubicBezTo>
                  <a:lnTo>
                    <a:pt x="441" y="870"/>
                  </a:lnTo>
                  <a:cubicBezTo>
                    <a:pt x="203" y="870"/>
                    <a:pt x="0" y="1060"/>
                    <a:pt x="0" y="1299"/>
                  </a:cubicBezTo>
                  <a:lnTo>
                    <a:pt x="0" y="2465"/>
                  </a:lnTo>
                  <a:cubicBezTo>
                    <a:pt x="0" y="2656"/>
                    <a:pt x="119" y="2823"/>
                    <a:pt x="298" y="2882"/>
                  </a:cubicBezTo>
                  <a:lnTo>
                    <a:pt x="1751" y="3358"/>
                  </a:lnTo>
                  <a:lnTo>
                    <a:pt x="1751" y="4358"/>
                  </a:lnTo>
                  <a:lnTo>
                    <a:pt x="441" y="4358"/>
                  </a:lnTo>
                  <a:cubicBezTo>
                    <a:pt x="203" y="4358"/>
                    <a:pt x="0" y="4549"/>
                    <a:pt x="0" y="4787"/>
                  </a:cubicBezTo>
                  <a:lnTo>
                    <a:pt x="0" y="5954"/>
                  </a:lnTo>
                  <a:cubicBezTo>
                    <a:pt x="0" y="6144"/>
                    <a:pt x="119" y="6311"/>
                    <a:pt x="298" y="6371"/>
                  </a:cubicBezTo>
                  <a:lnTo>
                    <a:pt x="1751" y="6847"/>
                  </a:lnTo>
                  <a:lnTo>
                    <a:pt x="1751" y="7847"/>
                  </a:lnTo>
                  <a:lnTo>
                    <a:pt x="441" y="7847"/>
                  </a:lnTo>
                  <a:cubicBezTo>
                    <a:pt x="203" y="7847"/>
                    <a:pt x="0" y="8037"/>
                    <a:pt x="0" y="8276"/>
                  </a:cubicBezTo>
                  <a:lnTo>
                    <a:pt x="0" y="9442"/>
                  </a:lnTo>
                  <a:cubicBezTo>
                    <a:pt x="0" y="9633"/>
                    <a:pt x="119" y="9800"/>
                    <a:pt x="298" y="9859"/>
                  </a:cubicBezTo>
                  <a:lnTo>
                    <a:pt x="1751" y="10335"/>
                  </a:lnTo>
                  <a:lnTo>
                    <a:pt x="1751" y="10609"/>
                  </a:lnTo>
                  <a:cubicBezTo>
                    <a:pt x="1751" y="11324"/>
                    <a:pt x="2334" y="11907"/>
                    <a:pt x="3060" y="11907"/>
                  </a:cubicBezTo>
                  <a:lnTo>
                    <a:pt x="6537" y="11907"/>
                  </a:lnTo>
                  <a:cubicBezTo>
                    <a:pt x="7263" y="11907"/>
                    <a:pt x="7847" y="11324"/>
                    <a:pt x="7847" y="10609"/>
                  </a:cubicBezTo>
                  <a:lnTo>
                    <a:pt x="7847" y="10335"/>
                  </a:lnTo>
                  <a:lnTo>
                    <a:pt x="9299" y="9859"/>
                  </a:lnTo>
                  <a:cubicBezTo>
                    <a:pt x="9478" y="9800"/>
                    <a:pt x="9597" y="9633"/>
                    <a:pt x="9597" y="9442"/>
                  </a:cubicBezTo>
                  <a:lnTo>
                    <a:pt x="9597" y="8276"/>
                  </a:lnTo>
                  <a:cubicBezTo>
                    <a:pt x="9597" y="8037"/>
                    <a:pt x="9394" y="7847"/>
                    <a:pt x="9156" y="7847"/>
                  </a:cubicBezTo>
                  <a:lnTo>
                    <a:pt x="7847" y="7847"/>
                  </a:lnTo>
                  <a:lnTo>
                    <a:pt x="7847" y="6847"/>
                  </a:lnTo>
                  <a:lnTo>
                    <a:pt x="9299" y="6371"/>
                  </a:lnTo>
                  <a:cubicBezTo>
                    <a:pt x="9478" y="6311"/>
                    <a:pt x="9597" y="6144"/>
                    <a:pt x="9597" y="5954"/>
                  </a:cubicBezTo>
                  <a:lnTo>
                    <a:pt x="9597" y="4787"/>
                  </a:lnTo>
                  <a:cubicBezTo>
                    <a:pt x="9597" y="4549"/>
                    <a:pt x="9394" y="4358"/>
                    <a:pt x="9156" y="4358"/>
                  </a:cubicBezTo>
                  <a:lnTo>
                    <a:pt x="7847" y="4358"/>
                  </a:lnTo>
                  <a:lnTo>
                    <a:pt x="7847" y="3358"/>
                  </a:lnTo>
                  <a:lnTo>
                    <a:pt x="9299" y="2882"/>
                  </a:lnTo>
                  <a:cubicBezTo>
                    <a:pt x="9478" y="2823"/>
                    <a:pt x="9597" y="2656"/>
                    <a:pt x="9597" y="2465"/>
                  </a:cubicBezTo>
                  <a:lnTo>
                    <a:pt x="9597" y="1299"/>
                  </a:lnTo>
                  <a:cubicBezTo>
                    <a:pt x="9597" y="1060"/>
                    <a:pt x="9394" y="870"/>
                    <a:pt x="9156" y="870"/>
                  </a:cubicBezTo>
                  <a:lnTo>
                    <a:pt x="7775" y="870"/>
                  </a:lnTo>
                  <a:cubicBezTo>
                    <a:pt x="7597" y="358"/>
                    <a:pt x="7108" y="1"/>
                    <a:pt x="6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" name="Google Shape;704;p66"/>
          <p:cNvGrpSpPr/>
          <p:nvPr/>
        </p:nvGrpSpPr>
        <p:grpSpPr>
          <a:xfrm>
            <a:off x="428500" y="3623325"/>
            <a:ext cx="467732" cy="980668"/>
            <a:chOff x="428500" y="3623325"/>
            <a:chExt cx="467732" cy="980668"/>
          </a:xfrm>
        </p:grpSpPr>
        <p:sp>
          <p:nvSpPr>
            <p:cNvPr id="705" name="Google Shape;705;p66"/>
            <p:cNvSpPr/>
            <p:nvPr/>
          </p:nvSpPr>
          <p:spPr>
            <a:xfrm>
              <a:off x="713232" y="403755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66"/>
            <p:cNvSpPr/>
            <p:nvPr/>
          </p:nvSpPr>
          <p:spPr>
            <a:xfrm>
              <a:off x="428500" y="3623325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7" name="Google Shape;707;p66"/>
            <p:cNvGrpSpPr/>
            <p:nvPr/>
          </p:nvGrpSpPr>
          <p:grpSpPr>
            <a:xfrm>
              <a:off x="530357" y="4421107"/>
              <a:ext cx="182878" cy="182886"/>
              <a:chOff x="769861" y="772165"/>
              <a:chExt cx="148500" cy="149100"/>
            </a:xfrm>
          </p:grpSpPr>
          <p:sp>
            <p:nvSpPr>
              <p:cNvPr id="708" name="Google Shape;708;p66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66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0" name="Google Shape;710;p66"/>
          <p:cNvGrpSpPr/>
          <p:nvPr/>
        </p:nvGrpSpPr>
        <p:grpSpPr>
          <a:xfrm>
            <a:off x="8278303" y="788625"/>
            <a:ext cx="365993" cy="1005950"/>
            <a:chOff x="8430703" y="539500"/>
            <a:chExt cx="365993" cy="1005950"/>
          </a:xfrm>
        </p:grpSpPr>
        <p:sp>
          <p:nvSpPr>
            <p:cNvPr id="711" name="Google Shape;711;p66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66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66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4" name="Google Shape;714;p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20" name="Google Shape;720;p67"/>
          <p:cNvSpPr txBox="1">
            <a:spLocks noGrp="1"/>
          </p:cNvSpPr>
          <p:nvPr>
            <p:ph type="subTitle" idx="2"/>
          </p:nvPr>
        </p:nvSpPr>
        <p:spPr>
          <a:xfrm>
            <a:off x="1674475" y="1482150"/>
            <a:ext cx="6145500" cy="30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Reinforcement-learning-based control and ML-based anomaly detection are predominantly designed under the assumption of unconstrained computational resources, while existing edge–cloud offloading strategies are developed independently of the learning components they support - leaving no unified, resource-aware framework that jointly co-designs sequential control, multi-tier inference, and adaptive offloading under explicit latency, energy, and memory constraints.</a:t>
            </a:r>
            <a:endParaRPr sz="1800"/>
          </a:p>
        </p:txBody>
      </p:sp>
      <p:grpSp>
        <p:nvGrpSpPr>
          <p:cNvPr id="721" name="Google Shape;721;p67"/>
          <p:cNvGrpSpPr/>
          <p:nvPr/>
        </p:nvGrpSpPr>
        <p:grpSpPr>
          <a:xfrm>
            <a:off x="713232" y="3120450"/>
            <a:ext cx="649281" cy="1258950"/>
            <a:chOff x="713232" y="3120450"/>
            <a:chExt cx="649281" cy="1258950"/>
          </a:xfrm>
        </p:grpSpPr>
        <p:grpSp>
          <p:nvGrpSpPr>
            <p:cNvPr id="722" name="Google Shape;722;p67"/>
            <p:cNvGrpSpPr/>
            <p:nvPr/>
          </p:nvGrpSpPr>
          <p:grpSpPr>
            <a:xfrm>
              <a:off x="713232" y="3804947"/>
              <a:ext cx="182878" cy="182886"/>
              <a:chOff x="769861" y="772165"/>
              <a:chExt cx="148500" cy="149100"/>
            </a:xfrm>
          </p:grpSpPr>
          <p:sp>
            <p:nvSpPr>
              <p:cNvPr id="723" name="Google Shape;723;p67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67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67"/>
            <p:cNvSpPr/>
            <p:nvPr/>
          </p:nvSpPr>
          <p:spPr>
            <a:xfrm>
              <a:off x="1179513" y="3600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67"/>
            <p:cNvSpPr/>
            <p:nvPr/>
          </p:nvSpPr>
          <p:spPr>
            <a:xfrm>
              <a:off x="967775" y="41964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67"/>
            <p:cNvSpPr/>
            <p:nvPr/>
          </p:nvSpPr>
          <p:spPr>
            <a:xfrm>
              <a:off x="885675" y="312045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Statement</a:t>
            </a:r>
            <a:endParaRPr/>
          </a:p>
        </p:txBody>
      </p:sp>
      <p:sp>
        <p:nvSpPr>
          <p:cNvPr id="734" name="Google Shape;734;p68"/>
          <p:cNvSpPr txBox="1">
            <a:spLocks noGrp="1"/>
          </p:cNvSpPr>
          <p:nvPr>
            <p:ph type="subTitle" idx="2"/>
          </p:nvPr>
        </p:nvSpPr>
        <p:spPr>
          <a:xfrm>
            <a:off x="1674475" y="1482150"/>
            <a:ext cx="6145500" cy="27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unified, resource-aware framework that jointly co-optimises RL-based sequential control, multi-tier anomaly detection, and a confidence-aware dynamic edge–cloud offloading policy can be designed to operate reliably under explicit latency, energy, and memory constraints yielding accuracy–latency–energy trade-offs that improve upon independently designed components.</a:t>
            </a:r>
            <a:endParaRPr sz="1800"/>
          </a:p>
        </p:txBody>
      </p:sp>
      <p:grpSp>
        <p:nvGrpSpPr>
          <p:cNvPr id="735" name="Google Shape;735;p68"/>
          <p:cNvGrpSpPr/>
          <p:nvPr/>
        </p:nvGrpSpPr>
        <p:grpSpPr>
          <a:xfrm>
            <a:off x="713232" y="3120450"/>
            <a:ext cx="649281" cy="1258950"/>
            <a:chOff x="713232" y="3120450"/>
            <a:chExt cx="649281" cy="1258950"/>
          </a:xfrm>
        </p:grpSpPr>
        <p:grpSp>
          <p:nvGrpSpPr>
            <p:cNvPr id="736" name="Google Shape;736;p68"/>
            <p:cNvGrpSpPr/>
            <p:nvPr/>
          </p:nvGrpSpPr>
          <p:grpSpPr>
            <a:xfrm>
              <a:off x="713232" y="3804947"/>
              <a:ext cx="182878" cy="182886"/>
              <a:chOff x="769861" y="772165"/>
              <a:chExt cx="148500" cy="149100"/>
            </a:xfrm>
          </p:grpSpPr>
          <p:sp>
            <p:nvSpPr>
              <p:cNvPr id="737" name="Google Shape;737;p68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68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9" name="Google Shape;739;p68"/>
            <p:cNvSpPr/>
            <p:nvPr/>
          </p:nvSpPr>
          <p:spPr>
            <a:xfrm>
              <a:off x="1179513" y="3600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8"/>
            <p:cNvSpPr/>
            <p:nvPr/>
          </p:nvSpPr>
          <p:spPr>
            <a:xfrm>
              <a:off x="967775" y="41964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8"/>
            <p:cNvSpPr/>
            <p:nvPr/>
          </p:nvSpPr>
          <p:spPr>
            <a:xfrm>
              <a:off x="885675" y="312045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2" name="Google Shape;742;p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CS Problem</a:t>
            </a:r>
            <a:endParaRPr/>
          </a:p>
        </p:txBody>
      </p:sp>
      <p:sp>
        <p:nvSpPr>
          <p:cNvPr id="748" name="Google Shape;748;p69"/>
          <p:cNvSpPr txBox="1"/>
          <p:nvPr/>
        </p:nvSpPr>
        <p:spPr>
          <a:xfrm>
            <a:off x="466725" y="1174900"/>
            <a:ext cx="8124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Distributed intelligent systems must run under real resource limits (not the unconstrained compute most ML/RL research assumes).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9" name="Google Shape;749;p69"/>
          <p:cNvSpPr/>
          <p:nvPr/>
        </p:nvSpPr>
        <p:spPr>
          <a:xfrm>
            <a:off x="3327650" y="1889198"/>
            <a:ext cx="2558100" cy="21129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13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850" tIns="124850" rIns="124850" bIns="124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" name="Google Shape;750;p69"/>
          <p:cNvSpPr txBox="1"/>
          <p:nvPr/>
        </p:nvSpPr>
        <p:spPr>
          <a:xfrm>
            <a:off x="3474325" y="2201875"/>
            <a:ext cx="21720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Multi-Tier Inference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" name="Google Shape;751;p69"/>
          <p:cNvSpPr txBox="1"/>
          <p:nvPr/>
        </p:nvSpPr>
        <p:spPr>
          <a:xfrm>
            <a:off x="3343225" y="2918326"/>
            <a:ext cx="25581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Anomaly/ML detection pipelines are benchmarked independent of where they run, hiding accuracy-latency-energy trade-offs.</a:t>
            </a:r>
            <a:endParaRPr sz="11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2" name="Google Shape;752;p69"/>
          <p:cNvSpPr/>
          <p:nvPr/>
        </p:nvSpPr>
        <p:spPr>
          <a:xfrm>
            <a:off x="6188575" y="1889198"/>
            <a:ext cx="2558100" cy="2112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13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850" tIns="124850" rIns="124850" bIns="124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" name="Google Shape;753;p69"/>
          <p:cNvSpPr txBox="1"/>
          <p:nvPr/>
        </p:nvSpPr>
        <p:spPr>
          <a:xfrm>
            <a:off x="6229501" y="2201875"/>
            <a:ext cx="2172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Adaptive Computation Offloading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4" name="Google Shape;754;p69"/>
          <p:cNvSpPr txBox="1"/>
          <p:nvPr/>
        </p:nvSpPr>
        <p:spPr>
          <a:xfrm>
            <a:off x="6229500" y="2894630"/>
            <a:ext cx="25581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Distributed-systems offloading strategies rarely account for the learning component's own confidence/uncertainty.</a:t>
            </a:r>
            <a:endParaRPr sz="11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5" name="Google Shape;755;p69"/>
          <p:cNvCxnSpPr/>
          <p:nvPr/>
        </p:nvCxnSpPr>
        <p:spPr>
          <a:xfrm>
            <a:off x="3027050" y="2890425"/>
            <a:ext cx="300600" cy="2100"/>
          </a:xfrm>
          <a:prstGeom prst="straightConnector1">
            <a:avLst/>
          </a:prstGeom>
          <a:noFill/>
          <a:ln w="19050" cap="flat" cmpd="sng">
            <a:solidFill>
              <a:srgbClr val="3D85C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56" name="Google Shape;756;p69"/>
          <p:cNvCxnSpPr/>
          <p:nvPr/>
        </p:nvCxnSpPr>
        <p:spPr>
          <a:xfrm>
            <a:off x="5887975" y="2890425"/>
            <a:ext cx="300600" cy="2100"/>
          </a:xfrm>
          <a:prstGeom prst="straightConnector1">
            <a:avLst/>
          </a:prstGeom>
          <a:noFill/>
          <a:ln w="19050" cap="flat" cmpd="sng">
            <a:solidFill>
              <a:srgbClr val="3D85C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57" name="Google Shape;757;p69"/>
          <p:cNvSpPr/>
          <p:nvPr/>
        </p:nvSpPr>
        <p:spPr>
          <a:xfrm>
            <a:off x="466725" y="1889198"/>
            <a:ext cx="2558100" cy="21129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13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850" tIns="124850" rIns="124850" bIns="124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8" name="Google Shape;758;p69"/>
          <p:cNvSpPr txBox="1"/>
          <p:nvPr/>
        </p:nvSpPr>
        <p:spPr>
          <a:xfrm>
            <a:off x="497878" y="2201875"/>
            <a:ext cx="2172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Constrained Sequential Decision-Making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9" name="Google Shape;759;p69"/>
          <p:cNvSpPr txBox="1"/>
          <p:nvPr/>
        </p:nvSpPr>
        <p:spPr>
          <a:xfrm>
            <a:off x="497875" y="2918324"/>
            <a:ext cx="25581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RL research assumes unconstrained compute; policy quality under real edge latency/memory budgets is poorly understood.</a:t>
            </a: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0" name="Google Shape;760;p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761" name="Google Shape;761;p69"/>
          <p:cNvSpPr/>
          <p:nvPr/>
        </p:nvSpPr>
        <p:spPr>
          <a:xfrm>
            <a:off x="497725" y="4053400"/>
            <a:ext cx="8249100" cy="836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13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850" tIns="124850" rIns="124850" bIns="124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2" name="Google Shape;762;p69"/>
          <p:cNvSpPr txBox="1"/>
          <p:nvPr/>
        </p:nvSpPr>
        <p:spPr>
          <a:xfrm>
            <a:off x="614025" y="4125250"/>
            <a:ext cx="7830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Core CS Contribution:</a:t>
            </a: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 unified framework that co-designs RL control, multi-tier detection, and confidence-aware offloading as one optimization problem with a reproducible, containerized methodology to measure accuracy–latency–energy trade-offs, generalizable beyond any single application.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768" name="Google Shape;768;p70"/>
          <p:cNvSpPr txBox="1">
            <a:spLocks noGrp="1"/>
          </p:cNvSpPr>
          <p:nvPr>
            <p:ph type="subTitle" idx="1"/>
          </p:nvPr>
        </p:nvSpPr>
        <p:spPr>
          <a:xfrm>
            <a:off x="1758950" y="1355700"/>
            <a:ext cx="68853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" sz="1500" dirty="0">
                <a:solidFill>
                  <a:srgbClr val="1A1A1A"/>
                </a:solidFill>
              </a:rPr>
              <a:t>Design and implement a resource-aware RL control algorithm that operates under explicit latency and compute constraints, benchmarked against fixed-time and actuated baselines (</a:t>
            </a:r>
            <a:r>
              <a:rPr lang="en-US" sz="1500" dirty="0">
                <a:solidFill>
                  <a:srgbClr val="1A1A1A"/>
                </a:solidFill>
              </a:rPr>
              <a:t>traffic light with sensors and simple rules)</a:t>
            </a:r>
            <a:r>
              <a:rPr lang="en" sz="1500" dirty="0">
                <a:solidFill>
                  <a:srgbClr val="1A1A1A"/>
                </a:solidFill>
              </a:rPr>
              <a:t>.</a:t>
            </a:r>
            <a:endParaRPr sz="1500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1A1A1A"/>
              </a:solidFill>
            </a:endParaRPr>
          </a:p>
        </p:txBody>
      </p:sp>
      <p:grpSp>
        <p:nvGrpSpPr>
          <p:cNvPr id="769" name="Google Shape;769;p70"/>
          <p:cNvGrpSpPr/>
          <p:nvPr/>
        </p:nvGrpSpPr>
        <p:grpSpPr>
          <a:xfrm>
            <a:off x="8278303" y="788625"/>
            <a:ext cx="365993" cy="1005950"/>
            <a:chOff x="8430703" y="539500"/>
            <a:chExt cx="365993" cy="1005950"/>
          </a:xfrm>
        </p:grpSpPr>
        <p:sp>
          <p:nvSpPr>
            <p:cNvPr id="770" name="Google Shape;770;p70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70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70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3" name="Google Shape;773;p70"/>
          <p:cNvSpPr/>
          <p:nvPr/>
        </p:nvSpPr>
        <p:spPr>
          <a:xfrm>
            <a:off x="713225" y="1355700"/>
            <a:ext cx="820800" cy="820800"/>
          </a:xfrm>
          <a:prstGeom prst="ellipse">
            <a:avLst/>
          </a:prstGeom>
          <a:solidFill>
            <a:schemeClr val="lt1"/>
          </a:solidFill>
          <a:ln w="7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65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70"/>
          <p:cNvSpPr txBox="1">
            <a:spLocks noGrp="1"/>
          </p:cNvSpPr>
          <p:nvPr>
            <p:ph type="title" idx="4294967295"/>
          </p:nvPr>
        </p:nvSpPr>
        <p:spPr>
          <a:xfrm>
            <a:off x="889775" y="1511300"/>
            <a:ext cx="510300" cy="582600"/>
          </a:xfrm>
          <a:prstGeom prst="rect">
            <a:avLst/>
          </a:prstGeom>
        </p:spPr>
        <p:txBody>
          <a:bodyPr spcFirstLastPara="1" wrap="square" lIns="68975" tIns="68975" rIns="68975" bIns="68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01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5" name="Google Shape;775;p70"/>
          <p:cNvSpPr txBox="1">
            <a:spLocks noGrp="1"/>
          </p:cNvSpPr>
          <p:nvPr>
            <p:ph type="subTitle" idx="1"/>
          </p:nvPr>
        </p:nvSpPr>
        <p:spPr>
          <a:xfrm>
            <a:off x="1758950" y="2270100"/>
            <a:ext cx="68853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1A1A1A"/>
                </a:solidFill>
              </a:rPr>
              <a:t>Develop a multi-tier (edge/cloud) anomaly detection pipeline and characterize the accuracy–latency–energy trade-off between the two model variants.</a:t>
            </a:r>
            <a:endParaRPr sz="1500" dirty="0">
              <a:solidFill>
                <a:srgbClr val="1A1A1A"/>
              </a:solidFill>
            </a:endParaRPr>
          </a:p>
        </p:txBody>
      </p:sp>
      <p:grpSp>
        <p:nvGrpSpPr>
          <p:cNvPr id="776" name="Google Shape;776;p70"/>
          <p:cNvGrpSpPr/>
          <p:nvPr/>
        </p:nvGrpSpPr>
        <p:grpSpPr>
          <a:xfrm>
            <a:off x="8430703" y="941025"/>
            <a:ext cx="365993" cy="1005950"/>
            <a:chOff x="8430703" y="539500"/>
            <a:chExt cx="365993" cy="1005950"/>
          </a:xfrm>
        </p:grpSpPr>
        <p:sp>
          <p:nvSpPr>
            <p:cNvPr id="777" name="Google Shape;777;p70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70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70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0" name="Google Shape;780;p70"/>
          <p:cNvSpPr txBox="1">
            <a:spLocks noGrp="1"/>
          </p:cNvSpPr>
          <p:nvPr>
            <p:ph type="title" idx="4294967295"/>
          </p:nvPr>
        </p:nvSpPr>
        <p:spPr>
          <a:xfrm>
            <a:off x="889775" y="2467000"/>
            <a:ext cx="510300" cy="582600"/>
          </a:xfrm>
          <a:prstGeom prst="rect">
            <a:avLst/>
          </a:prstGeom>
        </p:spPr>
        <p:txBody>
          <a:bodyPr spcFirstLastPara="1" wrap="square" lIns="68975" tIns="68975" rIns="68975" bIns="68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02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1" name="Google Shape;781;p70"/>
          <p:cNvSpPr txBox="1">
            <a:spLocks noGrp="1"/>
          </p:cNvSpPr>
          <p:nvPr>
            <p:ph type="subTitle" idx="1"/>
          </p:nvPr>
        </p:nvSpPr>
        <p:spPr>
          <a:xfrm>
            <a:off x="1758949" y="3184500"/>
            <a:ext cx="6797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A1A1A"/>
                </a:solidFill>
              </a:rPr>
              <a:t>Design a confidence-aware, resource-adaptive offloading algorithm driven by model confidence, device load and network conditions.</a:t>
            </a:r>
            <a:endParaRPr sz="150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1A1A1A"/>
              </a:solidFill>
            </a:endParaRPr>
          </a:p>
        </p:txBody>
      </p:sp>
      <p:sp>
        <p:nvSpPr>
          <p:cNvPr id="782" name="Google Shape;782;p70"/>
          <p:cNvSpPr/>
          <p:nvPr/>
        </p:nvSpPr>
        <p:spPr>
          <a:xfrm>
            <a:off x="713225" y="3163875"/>
            <a:ext cx="820800" cy="820800"/>
          </a:xfrm>
          <a:prstGeom prst="ellipse">
            <a:avLst/>
          </a:prstGeom>
          <a:solidFill>
            <a:schemeClr val="lt1"/>
          </a:solidFill>
          <a:ln w="7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975" tIns="68975" rIns="68975" bIns="68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65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70"/>
          <p:cNvSpPr txBox="1">
            <a:spLocks noGrp="1"/>
          </p:cNvSpPr>
          <p:nvPr>
            <p:ph type="title" idx="4294967295"/>
          </p:nvPr>
        </p:nvSpPr>
        <p:spPr>
          <a:xfrm>
            <a:off x="889775" y="3340100"/>
            <a:ext cx="510300" cy="582600"/>
          </a:xfrm>
          <a:prstGeom prst="rect">
            <a:avLst/>
          </a:prstGeom>
        </p:spPr>
        <p:txBody>
          <a:bodyPr spcFirstLastPara="1" wrap="square" lIns="68975" tIns="68975" rIns="68975" bIns="68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03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4" name="Google Shape;784;p70"/>
          <p:cNvSpPr txBox="1">
            <a:spLocks noGrp="1"/>
          </p:cNvSpPr>
          <p:nvPr>
            <p:ph type="subTitle" idx="1"/>
          </p:nvPr>
        </p:nvSpPr>
        <p:spPr>
          <a:xfrm>
            <a:off x="1758950" y="4098900"/>
            <a:ext cx="66717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</a:rPr>
              <a:t>Integrate all three into a unified, reproducible framework and establish generalizable design patterns for resource-constrained distributed systems.</a:t>
            </a:r>
            <a:endParaRPr sz="1500">
              <a:solidFill>
                <a:srgbClr val="1A1A1A"/>
              </a:solidFill>
            </a:endParaRPr>
          </a:p>
        </p:txBody>
      </p:sp>
      <p:sp>
        <p:nvSpPr>
          <p:cNvPr id="785" name="Google Shape;785;p70"/>
          <p:cNvSpPr/>
          <p:nvPr/>
        </p:nvSpPr>
        <p:spPr>
          <a:xfrm>
            <a:off x="734225" y="2259775"/>
            <a:ext cx="778800" cy="820800"/>
          </a:xfrm>
          <a:prstGeom prst="ellipse">
            <a:avLst/>
          </a:prstGeom>
          <a:noFill/>
          <a:ln w="19050" cap="flat" cmpd="sng">
            <a:solidFill>
              <a:srgbClr val="CFAF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86" name="Google Shape;786;p70"/>
          <p:cNvSpPr txBox="1">
            <a:spLocks noGrp="1"/>
          </p:cNvSpPr>
          <p:nvPr>
            <p:ph type="title" idx="4294967295"/>
          </p:nvPr>
        </p:nvSpPr>
        <p:spPr>
          <a:xfrm>
            <a:off x="911075" y="4218000"/>
            <a:ext cx="510300" cy="582600"/>
          </a:xfrm>
          <a:prstGeom prst="rect">
            <a:avLst/>
          </a:prstGeom>
        </p:spPr>
        <p:txBody>
          <a:bodyPr spcFirstLastPara="1" wrap="square" lIns="68975" tIns="68975" rIns="68975" bIns="68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latin typeface="Lato"/>
                <a:ea typeface="Lato"/>
                <a:cs typeface="Lato"/>
                <a:sym typeface="Lato"/>
              </a:rPr>
              <a:t>04</a:t>
            </a:r>
            <a:endParaRPr sz="22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7" name="Google Shape;787;p70"/>
          <p:cNvSpPr/>
          <p:nvPr/>
        </p:nvSpPr>
        <p:spPr>
          <a:xfrm>
            <a:off x="755525" y="4067975"/>
            <a:ext cx="778800" cy="820800"/>
          </a:xfrm>
          <a:prstGeom prst="ellipse">
            <a:avLst/>
          </a:prstGeom>
          <a:noFill/>
          <a:ln w="19050" cap="flat" cmpd="sng">
            <a:solidFill>
              <a:srgbClr val="CFAF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88" name="Google Shape;788;p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1"/>
          <p:cNvSpPr txBox="1">
            <a:spLocks noGrp="1"/>
          </p:cNvSpPr>
          <p:nvPr>
            <p:ph type="title"/>
          </p:nvPr>
        </p:nvSpPr>
        <p:spPr>
          <a:xfrm>
            <a:off x="713225" y="2308600"/>
            <a:ext cx="54780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cxnSp>
        <p:nvCxnSpPr>
          <p:cNvPr id="794" name="Google Shape;794;p71"/>
          <p:cNvCxnSpPr/>
          <p:nvPr/>
        </p:nvCxnSpPr>
        <p:spPr>
          <a:xfrm>
            <a:off x="2308925" y="3403804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5" name="Google Shape;795;p71"/>
          <p:cNvSpPr/>
          <p:nvPr/>
        </p:nvSpPr>
        <p:spPr>
          <a:xfrm>
            <a:off x="2528375" y="825196"/>
            <a:ext cx="1389900" cy="1389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796" name="Google Shape;796;p71"/>
          <p:cNvGrpSpPr/>
          <p:nvPr/>
        </p:nvGrpSpPr>
        <p:grpSpPr>
          <a:xfrm>
            <a:off x="4137732" y="642200"/>
            <a:ext cx="708593" cy="811750"/>
            <a:chOff x="4137732" y="642200"/>
            <a:chExt cx="708593" cy="811750"/>
          </a:xfrm>
        </p:grpSpPr>
        <p:sp>
          <p:nvSpPr>
            <p:cNvPr id="797" name="Google Shape;797;p71"/>
            <p:cNvSpPr/>
            <p:nvPr/>
          </p:nvSpPr>
          <p:spPr>
            <a:xfrm>
              <a:off x="4389125" y="127095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8" name="Google Shape;798;p71"/>
            <p:cNvGrpSpPr/>
            <p:nvPr/>
          </p:nvGrpSpPr>
          <p:grpSpPr>
            <a:xfrm>
              <a:off x="4137732" y="825497"/>
              <a:ext cx="182878" cy="182886"/>
              <a:chOff x="769861" y="772165"/>
              <a:chExt cx="148500" cy="149100"/>
            </a:xfrm>
          </p:grpSpPr>
          <p:sp>
            <p:nvSpPr>
              <p:cNvPr id="799" name="Google Shape;799;p71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71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1" name="Google Shape;801;p71"/>
            <p:cNvSpPr/>
            <p:nvPr/>
          </p:nvSpPr>
          <p:spPr>
            <a:xfrm>
              <a:off x="4663325" y="64220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71"/>
          <p:cNvGrpSpPr/>
          <p:nvPr/>
        </p:nvGrpSpPr>
        <p:grpSpPr>
          <a:xfrm>
            <a:off x="1018025" y="3815500"/>
            <a:ext cx="472700" cy="565775"/>
            <a:chOff x="713225" y="3815500"/>
            <a:chExt cx="472700" cy="565775"/>
          </a:xfrm>
        </p:grpSpPr>
        <p:sp>
          <p:nvSpPr>
            <p:cNvPr id="803" name="Google Shape;803;p71"/>
            <p:cNvSpPr/>
            <p:nvPr/>
          </p:nvSpPr>
          <p:spPr>
            <a:xfrm>
              <a:off x="713225" y="381550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71"/>
            <p:cNvSpPr/>
            <p:nvPr/>
          </p:nvSpPr>
          <p:spPr>
            <a:xfrm>
              <a:off x="1002925" y="419827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" name="Google Shape;805;p71"/>
          <p:cNvGrpSpPr/>
          <p:nvPr/>
        </p:nvGrpSpPr>
        <p:grpSpPr>
          <a:xfrm>
            <a:off x="5916168" y="760073"/>
            <a:ext cx="2743187" cy="3665683"/>
            <a:chOff x="5916168" y="760073"/>
            <a:chExt cx="2743187" cy="3665683"/>
          </a:xfrm>
        </p:grpSpPr>
        <p:sp>
          <p:nvSpPr>
            <p:cNvPr id="806" name="Google Shape;806;p71"/>
            <p:cNvSpPr/>
            <p:nvPr/>
          </p:nvSpPr>
          <p:spPr>
            <a:xfrm>
              <a:off x="5916168" y="1349000"/>
              <a:ext cx="2743187" cy="1555985"/>
            </a:xfrm>
            <a:custGeom>
              <a:avLst/>
              <a:gdLst/>
              <a:ahLst/>
              <a:cxnLst/>
              <a:rect l="l" t="t" r="r" b="b"/>
              <a:pathLst>
                <a:path w="18316" h="10199" extrusionOk="0">
                  <a:moveTo>
                    <a:pt x="10467" y="0"/>
                  </a:moveTo>
                  <a:cubicBezTo>
                    <a:pt x="7754" y="0"/>
                    <a:pt x="7172" y="1787"/>
                    <a:pt x="5375" y="2090"/>
                  </a:cubicBezTo>
                  <a:cubicBezTo>
                    <a:pt x="3334" y="2430"/>
                    <a:pt x="0" y="1675"/>
                    <a:pt x="123" y="4607"/>
                  </a:cubicBezTo>
                  <a:cubicBezTo>
                    <a:pt x="226" y="6955"/>
                    <a:pt x="3127" y="10198"/>
                    <a:pt x="7766" y="10198"/>
                  </a:cubicBezTo>
                  <a:cubicBezTo>
                    <a:pt x="8919" y="10198"/>
                    <a:pt x="10180" y="9998"/>
                    <a:pt x="11533" y="9533"/>
                  </a:cubicBezTo>
                  <a:cubicBezTo>
                    <a:pt x="18316" y="7192"/>
                    <a:pt x="15309" y="443"/>
                    <a:pt x="11152" y="35"/>
                  </a:cubicBezTo>
                  <a:cubicBezTo>
                    <a:pt x="10909" y="11"/>
                    <a:pt x="10681" y="0"/>
                    <a:pt x="10467" y="0"/>
                  </a:cubicBezTo>
                  <a:close/>
                </a:path>
              </a:pathLst>
            </a:cu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71"/>
            <p:cNvSpPr/>
            <p:nvPr/>
          </p:nvSpPr>
          <p:spPr>
            <a:xfrm>
              <a:off x="5917730" y="4334256"/>
              <a:ext cx="23286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8" name="Google Shape;808;p71"/>
            <p:cNvGrpSpPr/>
            <p:nvPr/>
          </p:nvGrpSpPr>
          <p:grpSpPr>
            <a:xfrm>
              <a:off x="7108851" y="1194112"/>
              <a:ext cx="1080037" cy="3189091"/>
              <a:chOff x="7293420" y="1194112"/>
              <a:chExt cx="1080037" cy="3189091"/>
            </a:xfrm>
          </p:grpSpPr>
          <p:sp>
            <p:nvSpPr>
              <p:cNvPr id="809" name="Google Shape;809;p71"/>
              <p:cNvSpPr/>
              <p:nvPr/>
            </p:nvSpPr>
            <p:spPr>
              <a:xfrm>
                <a:off x="7519014" y="3415430"/>
                <a:ext cx="237842" cy="884693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8306" extrusionOk="0">
                    <a:moveTo>
                      <a:pt x="2093" y="1"/>
                    </a:moveTo>
                    <a:cubicBezTo>
                      <a:pt x="1295" y="1"/>
                      <a:pt x="947" y="411"/>
                      <a:pt x="155" y="411"/>
                    </a:cubicBezTo>
                    <a:cubicBezTo>
                      <a:pt x="105" y="411"/>
                      <a:pt x="54" y="410"/>
                      <a:pt x="1" y="406"/>
                    </a:cubicBezTo>
                    <a:lnTo>
                      <a:pt x="1" y="406"/>
                    </a:lnTo>
                    <a:cubicBezTo>
                      <a:pt x="1" y="406"/>
                      <a:pt x="606" y="7890"/>
                      <a:pt x="545" y="8190"/>
                    </a:cubicBezTo>
                    <a:lnTo>
                      <a:pt x="1450" y="8305"/>
                    </a:lnTo>
                    <a:cubicBezTo>
                      <a:pt x="1497" y="7734"/>
                      <a:pt x="2232" y="5"/>
                      <a:pt x="2232" y="5"/>
                    </a:cubicBezTo>
                    <a:cubicBezTo>
                      <a:pt x="2184" y="2"/>
                      <a:pt x="2138" y="1"/>
                      <a:pt x="2093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71"/>
              <p:cNvSpPr/>
              <p:nvPr/>
            </p:nvSpPr>
            <p:spPr>
              <a:xfrm>
                <a:off x="7937821" y="3255767"/>
                <a:ext cx="235712" cy="1024011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614" extrusionOk="0">
                    <a:moveTo>
                      <a:pt x="2090" y="0"/>
                    </a:moveTo>
                    <a:lnTo>
                      <a:pt x="2090" y="0"/>
                    </a:lnTo>
                    <a:cubicBezTo>
                      <a:pt x="1389" y="171"/>
                      <a:pt x="300" y="279"/>
                      <a:pt x="1" y="354"/>
                    </a:cubicBezTo>
                    <a:lnTo>
                      <a:pt x="695" y="9519"/>
                    </a:lnTo>
                    <a:lnTo>
                      <a:pt x="1736" y="9614"/>
                    </a:lnTo>
                    <a:cubicBezTo>
                      <a:pt x="1736" y="9614"/>
                      <a:pt x="2212" y="694"/>
                      <a:pt x="2090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71"/>
              <p:cNvSpPr/>
              <p:nvPr/>
            </p:nvSpPr>
            <p:spPr>
              <a:xfrm>
                <a:off x="7458834" y="2637569"/>
                <a:ext cx="767529" cy="1484997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13942" extrusionOk="0">
                    <a:moveTo>
                      <a:pt x="763" y="1"/>
                    </a:moveTo>
                    <a:cubicBezTo>
                      <a:pt x="763" y="1"/>
                      <a:pt x="532" y="743"/>
                      <a:pt x="443" y="2022"/>
                    </a:cubicBezTo>
                    <a:cubicBezTo>
                      <a:pt x="355" y="3144"/>
                      <a:pt x="151" y="8601"/>
                      <a:pt x="89" y="10268"/>
                    </a:cubicBezTo>
                    <a:cubicBezTo>
                      <a:pt x="1" y="12397"/>
                      <a:pt x="89" y="13669"/>
                      <a:pt x="89" y="13669"/>
                    </a:cubicBezTo>
                    <a:cubicBezTo>
                      <a:pt x="753" y="13855"/>
                      <a:pt x="1257" y="13941"/>
                      <a:pt x="1786" y="13941"/>
                    </a:cubicBezTo>
                    <a:cubicBezTo>
                      <a:pt x="2266" y="13941"/>
                      <a:pt x="2766" y="13870"/>
                      <a:pt x="3423" y="13737"/>
                    </a:cubicBezTo>
                    <a:cubicBezTo>
                      <a:pt x="3321" y="12043"/>
                      <a:pt x="3505" y="5696"/>
                      <a:pt x="3505" y="5696"/>
                    </a:cubicBezTo>
                    <a:lnTo>
                      <a:pt x="3933" y="13744"/>
                    </a:lnTo>
                    <a:cubicBezTo>
                      <a:pt x="4381" y="13823"/>
                      <a:pt x="4824" y="13866"/>
                      <a:pt x="5261" y="13866"/>
                    </a:cubicBezTo>
                    <a:cubicBezTo>
                      <a:pt x="5922" y="13866"/>
                      <a:pt x="6571" y="13768"/>
                      <a:pt x="7206" y="13547"/>
                    </a:cubicBezTo>
                    <a:cubicBezTo>
                      <a:pt x="7206" y="13547"/>
                      <a:pt x="7029" y="4015"/>
                      <a:pt x="6906" y="2614"/>
                    </a:cubicBezTo>
                    <a:cubicBezTo>
                      <a:pt x="6784" y="1192"/>
                      <a:pt x="6668" y="151"/>
                      <a:pt x="6668" y="151"/>
                    </a:cubicBez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71"/>
              <p:cNvSpPr/>
              <p:nvPr/>
            </p:nvSpPr>
            <p:spPr>
              <a:xfrm>
                <a:off x="7424111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1886" y="0"/>
                    </a:moveTo>
                    <a:cubicBezTo>
                      <a:pt x="1677" y="0"/>
                      <a:pt x="1463" y="33"/>
                      <a:pt x="1381" y="104"/>
                    </a:cubicBezTo>
                    <a:cubicBezTo>
                      <a:pt x="1245" y="227"/>
                      <a:pt x="1102" y="336"/>
                      <a:pt x="953" y="431"/>
                    </a:cubicBezTo>
                    <a:cubicBezTo>
                      <a:pt x="823" y="512"/>
                      <a:pt x="374" y="669"/>
                      <a:pt x="191" y="839"/>
                    </a:cubicBezTo>
                    <a:cubicBezTo>
                      <a:pt x="7" y="1016"/>
                      <a:pt x="0" y="1268"/>
                      <a:pt x="123" y="1376"/>
                    </a:cubicBezTo>
                    <a:cubicBezTo>
                      <a:pt x="178" y="1423"/>
                      <a:pt x="300" y="1436"/>
                      <a:pt x="470" y="1436"/>
                    </a:cubicBezTo>
                    <a:cubicBezTo>
                      <a:pt x="674" y="1436"/>
                      <a:pt x="947" y="1417"/>
                      <a:pt x="1259" y="1417"/>
                    </a:cubicBezTo>
                    <a:cubicBezTo>
                      <a:pt x="1654" y="1411"/>
                      <a:pt x="2055" y="1376"/>
                      <a:pt x="2450" y="1329"/>
                    </a:cubicBezTo>
                    <a:cubicBezTo>
                      <a:pt x="2599" y="1288"/>
                      <a:pt x="2586" y="1077"/>
                      <a:pt x="2572" y="961"/>
                    </a:cubicBezTo>
                    <a:cubicBezTo>
                      <a:pt x="2572" y="757"/>
                      <a:pt x="2552" y="560"/>
                      <a:pt x="2511" y="363"/>
                    </a:cubicBezTo>
                    <a:cubicBezTo>
                      <a:pt x="2484" y="254"/>
                      <a:pt x="2429" y="165"/>
                      <a:pt x="2354" y="91"/>
                    </a:cubicBezTo>
                    <a:cubicBezTo>
                      <a:pt x="2296" y="33"/>
                      <a:pt x="2094" y="0"/>
                      <a:pt x="18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71"/>
              <p:cNvSpPr/>
              <p:nvPr/>
            </p:nvSpPr>
            <p:spPr>
              <a:xfrm>
                <a:off x="7993633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710" y="0"/>
                    </a:moveTo>
                    <a:cubicBezTo>
                      <a:pt x="501" y="0"/>
                      <a:pt x="297" y="33"/>
                      <a:pt x="239" y="91"/>
                    </a:cubicBezTo>
                    <a:cubicBezTo>
                      <a:pt x="164" y="165"/>
                      <a:pt x="110" y="261"/>
                      <a:pt x="83" y="363"/>
                    </a:cubicBezTo>
                    <a:cubicBezTo>
                      <a:pt x="48" y="560"/>
                      <a:pt x="28" y="757"/>
                      <a:pt x="28" y="961"/>
                    </a:cubicBezTo>
                    <a:cubicBezTo>
                      <a:pt x="14" y="1077"/>
                      <a:pt x="1" y="1288"/>
                      <a:pt x="151" y="1329"/>
                    </a:cubicBezTo>
                    <a:cubicBezTo>
                      <a:pt x="545" y="1376"/>
                      <a:pt x="940" y="1411"/>
                      <a:pt x="1341" y="1417"/>
                    </a:cubicBezTo>
                    <a:cubicBezTo>
                      <a:pt x="1649" y="1417"/>
                      <a:pt x="1923" y="1436"/>
                      <a:pt x="2128" y="1436"/>
                    </a:cubicBezTo>
                    <a:cubicBezTo>
                      <a:pt x="2299" y="1436"/>
                      <a:pt x="2422" y="1423"/>
                      <a:pt x="2477" y="1376"/>
                    </a:cubicBezTo>
                    <a:cubicBezTo>
                      <a:pt x="2600" y="1268"/>
                      <a:pt x="2593" y="1016"/>
                      <a:pt x="2403" y="839"/>
                    </a:cubicBezTo>
                    <a:cubicBezTo>
                      <a:pt x="2219" y="669"/>
                      <a:pt x="1770" y="512"/>
                      <a:pt x="1647" y="431"/>
                    </a:cubicBezTo>
                    <a:cubicBezTo>
                      <a:pt x="1491" y="336"/>
                      <a:pt x="1348" y="227"/>
                      <a:pt x="1212" y="104"/>
                    </a:cubicBezTo>
                    <a:cubicBezTo>
                      <a:pt x="1134" y="33"/>
                      <a:pt x="919" y="0"/>
                      <a:pt x="7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71"/>
              <p:cNvSpPr/>
              <p:nvPr/>
            </p:nvSpPr>
            <p:spPr>
              <a:xfrm>
                <a:off x="8081293" y="2860713"/>
                <a:ext cx="109601" cy="137188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288" extrusionOk="0">
                    <a:moveTo>
                      <a:pt x="45" y="1"/>
                    </a:moveTo>
                    <a:cubicBezTo>
                      <a:pt x="23" y="1"/>
                      <a:pt x="0" y="19"/>
                      <a:pt x="8" y="49"/>
                    </a:cubicBezTo>
                    <a:cubicBezTo>
                      <a:pt x="15" y="76"/>
                      <a:pt x="137" y="695"/>
                      <a:pt x="960" y="1281"/>
                    </a:cubicBezTo>
                    <a:cubicBezTo>
                      <a:pt x="967" y="1281"/>
                      <a:pt x="974" y="1287"/>
                      <a:pt x="988" y="1287"/>
                    </a:cubicBezTo>
                    <a:cubicBezTo>
                      <a:pt x="994" y="1287"/>
                      <a:pt x="1008" y="1281"/>
                      <a:pt x="1015" y="1267"/>
                    </a:cubicBezTo>
                    <a:cubicBezTo>
                      <a:pt x="1028" y="1247"/>
                      <a:pt x="1022" y="1226"/>
                      <a:pt x="1008" y="1213"/>
                    </a:cubicBezTo>
                    <a:cubicBezTo>
                      <a:pt x="212" y="655"/>
                      <a:pt x="83" y="42"/>
                      <a:pt x="83" y="35"/>
                    </a:cubicBezTo>
                    <a:cubicBezTo>
                      <a:pt x="80" y="12"/>
                      <a:pt x="62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71"/>
              <p:cNvSpPr/>
              <p:nvPr/>
            </p:nvSpPr>
            <p:spPr>
              <a:xfrm>
                <a:off x="7498031" y="2837812"/>
                <a:ext cx="111306" cy="176704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1659" extrusionOk="0">
                    <a:moveTo>
                      <a:pt x="1003" y="1"/>
                    </a:moveTo>
                    <a:cubicBezTo>
                      <a:pt x="986" y="1"/>
                      <a:pt x="969" y="11"/>
                      <a:pt x="966" y="33"/>
                    </a:cubicBezTo>
                    <a:cubicBezTo>
                      <a:pt x="823" y="638"/>
                      <a:pt x="490" y="1183"/>
                      <a:pt x="14" y="1591"/>
                    </a:cubicBezTo>
                    <a:cubicBezTo>
                      <a:pt x="0" y="1604"/>
                      <a:pt x="0" y="1625"/>
                      <a:pt x="14" y="1645"/>
                    </a:cubicBezTo>
                    <a:cubicBezTo>
                      <a:pt x="21" y="1652"/>
                      <a:pt x="34" y="1659"/>
                      <a:pt x="41" y="1659"/>
                    </a:cubicBezTo>
                    <a:cubicBezTo>
                      <a:pt x="55" y="1659"/>
                      <a:pt x="61" y="1652"/>
                      <a:pt x="75" y="1645"/>
                    </a:cubicBezTo>
                    <a:cubicBezTo>
                      <a:pt x="558" y="1230"/>
                      <a:pt x="898" y="672"/>
                      <a:pt x="1041" y="46"/>
                    </a:cubicBezTo>
                    <a:cubicBezTo>
                      <a:pt x="1045" y="16"/>
                      <a:pt x="1024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71"/>
              <p:cNvSpPr/>
              <p:nvPr/>
            </p:nvSpPr>
            <p:spPr>
              <a:xfrm>
                <a:off x="7503037" y="1194112"/>
                <a:ext cx="585712" cy="608825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716" extrusionOk="0">
                    <a:moveTo>
                      <a:pt x="2913" y="0"/>
                    </a:moveTo>
                    <a:cubicBezTo>
                      <a:pt x="2137" y="0"/>
                      <a:pt x="1579" y="225"/>
                      <a:pt x="1239" y="497"/>
                    </a:cubicBezTo>
                    <a:cubicBezTo>
                      <a:pt x="913" y="762"/>
                      <a:pt x="654" y="1096"/>
                      <a:pt x="491" y="1483"/>
                    </a:cubicBezTo>
                    <a:cubicBezTo>
                      <a:pt x="327" y="1878"/>
                      <a:pt x="239" y="2300"/>
                      <a:pt x="239" y="2729"/>
                    </a:cubicBezTo>
                    <a:cubicBezTo>
                      <a:pt x="239" y="3116"/>
                      <a:pt x="293" y="3334"/>
                      <a:pt x="246" y="3627"/>
                    </a:cubicBezTo>
                    <a:cubicBezTo>
                      <a:pt x="219" y="3797"/>
                      <a:pt x="151" y="3960"/>
                      <a:pt x="117" y="4130"/>
                    </a:cubicBezTo>
                    <a:cubicBezTo>
                      <a:pt x="1" y="4620"/>
                      <a:pt x="151" y="5123"/>
                      <a:pt x="293" y="5606"/>
                    </a:cubicBezTo>
                    <a:cubicBezTo>
                      <a:pt x="634" y="5670"/>
                      <a:pt x="1061" y="5715"/>
                      <a:pt x="1467" y="5715"/>
                    </a:cubicBezTo>
                    <a:cubicBezTo>
                      <a:pt x="1711" y="5715"/>
                      <a:pt x="1947" y="5699"/>
                      <a:pt x="2151" y="5661"/>
                    </a:cubicBezTo>
                    <a:lnTo>
                      <a:pt x="5294" y="5661"/>
                    </a:lnTo>
                    <a:cubicBezTo>
                      <a:pt x="5471" y="5491"/>
                      <a:pt x="5498" y="5198"/>
                      <a:pt x="5451" y="4960"/>
                    </a:cubicBezTo>
                    <a:cubicBezTo>
                      <a:pt x="5410" y="4722"/>
                      <a:pt x="5308" y="4497"/>
                      <a:pt x="5274" y="4253"/>
                    </a:cubicBezTo>
                    <a:cubicBezTo>
                      <a:pt x="5192" y="3695"/>
                      <a:pt x="5485" y="3130"/>
                      <a:pt x="5416" y="2572"/>
                    </a:cubicBezTo>
                    <a:cubicBezTo>
                      <a:pt x="5348" y="1994"/>
                      <a:pt x="5117" y="1232"/>
                      <a:pt x="4716" y="824"/>
                    </a:cubicBezTo>
                    <a:cubicBezTo>
                      <a:pt x="4335" y="443"/>
                      <a:pt x="3695" y="0"/>
                      <a:pt x="291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71"/>
              <p:cNvSpPr/>
              <p:nvPr/>
            </p:nvSpPr>
            <p:spPr>
              <a:xfrm>
                <a:off x="7718299" y="1761504"/>
                <a:ext cx="167544" cy="72535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681" extrusionOk="0">
                    <a:moveTo>
                      <a:pt x="1" y="1"/>
                    </a:moveTo>
                    <a:lnTo>
                      <a:pt x="1" y="674"/>
                    </a:lnTo>
                    <a:lnTo>
                      <a:pt x="1572" y="681"/>
                    </a:lnTo>
                    <a:lnTo>
                      <a:pt x="1572" y="1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71"/>
              <p:cNvSpPr/>
              <p:nvPr/>
            </p:nvSpPr>
            <p:spPr>
              <a:xfrm>
                <a:off x="7592933" y="1265794"/>
                <a:ext cx="415292" cy="524042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20" extrusionOk="0">
                    <a:moveTo>
                      <a:pt x="1960" y="1"/>
                    </a:moveTo>
                    <a:cubicBezTo>
                      <a:pt x="1205" y="1"/>
                      <a:pt x="443" y="395"/>
                      <a:pt x="130" y="1123"/>
                    </a:cubicBezTo>
                    <a:cubicBezTo>
                      <a:pt x="0" y="1409"/>
                      <a:pt x="35" y="1695"/>
                      <a:pt x="35" y="2144"/>
                    </a:cubicBezTo>
                    <a:cubicBezTo>
                      <a:pt x="35" y="3505"/>
                      <a:pt x="851" y="4920"/>
                      <a:pt x="1960" y="4920"/>
                    </a:cubicBezTo>
                    <a:cubicBezTo>
                      <a:pt x="3076" y="4920"/>
                      <a:pt x="3885" y="3505"/>
                      <a:pt x="3885" y="2144"/>
                    </a:cubicBezTo>
                    <a:cubicBezTo>
                      <a:pt x="3885" y="1634"/>
                      <a:pt x="3899" y="1205"/>
                      <a:pt x="3695" y="865"/>
                    </a:cubicBezTo>
                    <a:cubicBezTo>
                      <a:pt x="3348" y="307"/>
                      <a:pt x="2627" y="1"/>
                      <a:pt x="19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71"/>
              <p:cNvSpPr/>
              <p:nvPr/>
            </p:nvSpPr>
            <p:spPr>
              <a:xfrm>
                <a:off x="7767933" y="1652009"/>
                <a:ext cx="74878" cy="15018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41" extrusionOk="0">
                    <a:moveTo>
                      <a:pt x="655" y="0"/>
                    </a:moveTo>
                    <a:cubicBezTo>
                      <a:pt x="652" y="0"/>
                      <a:pt x="648" y="1"/>
                      <a:pt x="643" y="1"/>
                    </a:cubicBezTo>
                    <a:cubicBezTo>
                      <a:pt x="562" y="15"/>
                      <a:pt x="473" y="22"/>
                      <a:pt x="392" y="22"/>
                    </a:cubicBezTo>
                    <a:cubicBezTo>
                      <a:pt x="364" y="23"/>
                      <a:pt x="338" y="24"/>
                      <a:pt x="311" y="24"/>
                    </a:cubicBezTo>
                    <a:cubicBezTo>
                      <a:pt x="238" y="24"/>
                      <a:pt x="167" y="18"/>
                      <a:pt x="92" y="8"/>
                    </a:cubicBezTo>
                    <a:cubicBezTo>
                      <a:pt x="75" y="8"/>
                      <a:pt x="57" y="6"/>
                      <a:pt x="42" y="6"/>
                    </a:cubicBezTo>
                    <a:cubicBezTo>
                      <a:pt x="16" y="6"/>
                      <a:pt x="0" y="12"/>
                      <a:pt x="18" y="42"/>
                    </a:cubicBezTo>
                    <a:cubicBezTo>
                      <a:pt x="72" y="90"/>
                      <a:pt x="147" y="124"/>
                      <a:pt x="222" y="130"/>
                    </a:cubicBezTo>
                    <a:cubicBezTo>
                      <a:pt x="262" y="137"/>
                      <a:pt x="305" y="141"/>
                      <a:pt x="348" y="141"/>
                    </a:cubicBezTo>
                    <a:cubicBezTo>
                      <a:pt x="390" y="141"/>
                      <a:pt x="433" y="137"/>
                      <a:pt x="473" y="130"/>
                    </a:cubicBezTo>
                    <a:cubicBezTo>
                      <a:pt x="548" y="124"/>
                      <a:pt x="616" y="90"/>
                      <a:pt x="678" y="49"/>
                    </a:cubicBezTo>
                    <a:cubicBezTo>
                      <a:pt x="702" y="30"/>
                      <a:pt x="693" y="0"/>
                      <a:pt x="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71"/>
              <p:cNvSpPr/>
              <p:nvPr/>
            </p:nvSpPr>
            <p:spPr>
              <a:xfrm>
                <a:off x="7736086" y="1772900"/>
                <a:ext cx="120040" cy="20557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93" extrusionOk="0">
                    <a:moveTo>
                      <a:pt x="47" y="0"/>
                    </a:moveTo>
                    <a:cubicBezTo>
                      <a:pt x="19" y="0"/>
                      <a:pt x="1" y="45"/>
                      <a:pt x="31" y="57"/>
                    </a:cubicBezTo>
                    <a:cubicBezTo>
                      <a:pt x="215" y="145"/>
                      <a:pt x="419" y="193"/>
                      <a:pt x="616" y="193"/>
                    </a:cubicBezTo>
                    <a:cubicBezTo>
                      <a:pt x="786" y="193"/>
                      <a:pt x="949" y="159"/>
                      <a:pt x="1099" y="104"/>
                    </a:cubicBezTo>
                    <a:cubicBezTo>
                      <a:pt x="1119" y="98"/>
                      <a:pt x="1126" y="77"/>
                      <a:pt x="1119" y="64"/>
                    </a:cubicBezTo>
                    <a:cubicBezTo>
                      <a:pt x="1113" y="50"/>
                      <a:pt x="1092" y="43"/>
                      <a:pt x="1079" y="43"/>
                    </a:cubicBezTo>
                    <a:cubicBezTo>
                      <a:pt x="928" y="102"/>
                      <a:pt x="770" y="131"/>
                      <a:pt x="613" y="131"/>
                    </a:cubicBezTo>
                    <a:cubicBezTo>
                      <a:pt x="423" y="131"/>
                      <a:pt x="233" y="88"/>
                      <a:pt x="58" y="2"/>
                    </a:cubicBezTo>
                    <a:cubicBezTo>
                      <a:pt x="54" y="1"/>
                      <a:pt x="51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71"/>
              <p:cNvSpPr/>
              <p:nvPr/>
            </p:nvSpPr>
            <p:spPr>
              <a:xfrm>
                <a:off x="7661527" y="1456558"/>
                <a:ext cx="95329" cy="30676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88" extrusionOk="0">
                    <a:moveTo>
                      <a:pt x="663" y="0"/>
                    </a:moveTo>
                    <a:cubicBezTo>
                      <a:pt x="633" y="0"/>
                      <a:pt x="601" y="2"/>
                      <a:pt x="568" y="6"/>
                    </a:cubicBezTo>
                    <a:cubicBezTo>
                      <a:pt x="397" y="13"/>
                      <a:pt x="241" y="60"/>
                      <a:pt x="105" y="156"/>
                    </a:cubicBezTo>
                    <a:cubicBezTo>
                      <a:pt x="0" y="233"/>
                      <a:pt x="7" y="288"/>
                      <a:pt x="75" y="288"/>
                    </a:cubicBezTo>
                    <a:cubicBezTo>
                      <a:pt x="91" y="288"/>
                      <a:pt x="110" y="285"/>
                      <a:pt x="132" y="278"/>
                    </a:cubicBezTo>
                    <a:cubicBezTo>
                      <a:pt x="268" y="251"/>
                      <a:pt x="404" y="224"/>
                      <a:pt x="547" y="217"/>
                    </a:cubicBezTo>
                    <a:cubicBezTo>
                      <a:pt x="704" y="203"/>
                      <a:pt x="833" y="237"/>
                      <a:pt x="867" y="128"/>
                    </a:cubicBezTo>
                    <a:cubicBezTo>
                      <a:pt x="895" y="39"/>
                      <a:pt x="799" y="0"/>
                      <a:pt x="66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71"/>
              <p:cNvSpPr/>
              <p:nvPr/>
            </p:nvSpPr>
            <p:spPr>
              <a:xfrm>
                <a:off x="7855593" y="1457836"/>
                <a:ext cx="97885" cy="2737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257" extrusionOk="0">
                    <a:moveTo>
                      <a:pt x="366" y="0"/>
                    </a:moveTo>
                    <a:cubicBezTo>
                      <a:pt x="354" y="0"/>
                      <a:pt x="342" y="0"/>
                      <a:pt x="331" y="1"/>
                    </a:cubicBezTo>
                    <a:cubicBezTo>
                      <a:pt x="317" y="0"/>
                      <a:pt x="304" y="0"/>
                      <a:pt x="291" y="0"/>
                    </a:cubicBezTo>
                    <a:cubicBezTo>
                      <a:pt x="121" y="0"/>
                      <a:pt x="0" y="42"/>
                      <a:pt x="38" y="144"/>
                    </a:cubicBezTo>
                    <a:cubicBezTo>
                      <a:pt x="61" y="200"/>
                      <a:pt x="109" y="213"/>
                      <a:pt x="174" y="213"/>
                    </a:cubicBezTo>
                    <a:cubicBezTo>
                      <a:pt x="226" y="213"/>
                      <a:pt x="288" y="205"/>
                      <a:pt x="358" y="205"/>
                    </a:cubicBezTo>
                    <a:cubicBezTo>
                      <a:pt x="501" y="212"/>
                      <a:pt x="637" y="225"/>
                      <a:pt x="780" y="253"/>
                    </a:cubicBezTo>
                    <a:cubicBezTo>
                      <a:pt x="795" y="255"/>
                      <a:pt x="809" y="256"/>
                      <a:pt x="821" y="256"/>
                    </a:cubicBezTo>
                    <a:cubicBezTo>
                      <a:pt x="903" y="256"/>
                      <a:pt x="918" y="200"/>
                      <a:pt x="800" y="123"/>
                    </a:cubicBezTo>
                    <a:cubicBezTo>
                      <a:pt x="668" y="41"/>
                      <a:pt x="517" y="0"/>
                      <a:pt x="366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71"/>
              <p:cNvSpPr/>
              <p:nvPr/>
            </p:nvSpPr>
            <p:spPr>
              <a:xfrm>
                <a:off x="7792431" y="1547733"/>
                <a:ext cx="51659" cy="74026"/>
              </a:xfrm>
              <a:custGeom>
                <a:avLst/>
                <a:gdLst/>
                <a:ahLst/>
                <a:cxnLst/>
                <a:rect l="l" t="t" r="r" b="b"/>
                <a:pathLst>
                  <a:path w="485" h="695" extrusionOk="0">
                    <a:moveTo>
                      <a:pt x="107" y="0"/>
                    </a:moveTo>
                    <a:cubicBezTo>
                      <a:pt x="87" y="0"/>
                      <a:pt x="73" y="7"/>
                      <a:pt x="73" y="28"/>
                    </a:cubicBezTo>
                    <a:cubicBezTo>
                      <a:pt x="73" y="41"/>
                      <a:pt x="87" y="62"/>
                      <a:pt x="101" y="62"/>
                    </a:cubicBezTo>
                    <a:cubicBezTo>
                      <a:pt x="485" y="75"/>
                      <a:pt x="451" y="637"/>
                      <a:pt x="95" y="637"/>
                    </a:cubicBezTo>
                    <a:cubicBezTo>
                      <a:pt x="80" y="637"/>
                      <a:pt x="63" y="636"/>
                      <a:pt x="46" y="633"/>
                    </a:cubicBezTo>
                    <a:cubicBezTo>
                      <a:pt x="44" y="633"/>
                      <a:pt x="42" y="633"/>
                      <a:pt x="40" y="633"/>
                    </a:cubicBezTo>
                    <a:cubicBezTo>
                      <a:pt x="5" y="633"/>
                      <a:pt x="1" y="688"/>
                      <a:pt x="39" y="688"/>
                    </a:cubicBezTo>
                    <a:lnTo>
                      <a:pt x="73" y="688"/>
                    </a:lnTo>
                    <a:lnTo>
                      <a:pt x="80" y="694"/>
                    </a:lnTo>
                    <a:cubicBezTo>
                      <a:pt x="257" y="688"/>
                      <a:pt x="400" y="552"/>
                      <a:pt x="420" y="381"/>
                    </a:cubicBezTo>
                    <a:cubicBezTo>
                      <a:pt x="434" y="191"/>
                      <a:pt x="298" y="21"/>
                      <a:pt x="1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71"/>
              <p:cNvSpPr/>
              <p:nvPr/>
            </p:nvSpPr>
            <p:spPr>
              <a:xfrm>
                <a:off x="7872635" y="1499909"/>
                <a:ext cx="26948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70" extrusionOk="0">
                    <a:moveTo>
                      <a:pt x="130" y="0"/>
                    </a:moveTo>
                    <a:cubicBezTo>
                      <a:pt x="55" y="0"/>
                      <a:pt x="1" y="102"/>
                      <a:pt x="1" y="232"/>
                    </a:cubicBezTo>
                    <a:cubicBezTo>
                      <a:pt x="1" y="361"/>
                      <a:pt x="55" y="470"/>
                      <a:pt x="130" y="470"/>
                    </a:cubicBezTo>
                    <a:cubicBezTo>
                      <a:pt x="198" y="470"/>
                      <a:pt x="252" y="361"/>
                      <a:pt x="252" y="232"/>
                    </a:cubicBezTo>
                    <a:cubicBezTo>
                      <a:pt x="252" y="102"/>
                      <a:pt x="198" y="0"/>
                      <a:pt x="1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71"/>
              <p:cNvSpPr/>
              <p:nvPr/>
            </p:nvSpPr>
            <p:spPr>
              <a:xfrm>
                <a:off x="7716168" y="1499909"/>
                <a:ext cx="26841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2" h="470" extrusionOk="0">
                    <a:moveTo>
                      <a:pt x="129" y="0"/>
                    </a:moveTo>
                    <a:cubicBezTo>
                      <a:pt x="55" y="0"/>
                      <a:pt x="0" y="102"/>
                      <a:pt x="0" y="232"/>
                    </a:cubicBezTo>
                    <a:cubicBezTo>
                      <a:pt x="0" y="361"/>
                      <a:pt x="61" y="470"/>
                      <a:pt x="129" y="470"/>
                    </a:cubicBezTo>
                    <a:cubicBezTo>
                      <a:pt x="197" y="470"/>
                      <a:pt x="252" y="361"/>
                      <a:pt x="252" y="232"/>
                    </a:cubicBezTo>
                    <a:cubicBezTo>
                      <a:pt x="252" y="102"/>
                      <a:pt x="197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71"/>
              <p:cNvSpPr/>
              <p:nvPr/>
            </p:nvSpPr>
            <p:spPr>
              <a:xfrm>
                <a:off x="7550861" y="1259297"/>
                <a:ext cx="4711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4423" h="3757" extrusionOk="0">
                    <a:moveTo>
                      <a:pt x="4287" y="2266"/>
                    </a:moveTo>
                    <a:cubicBezTo>
                      <a:pt x="4287" y="2266"/>
                      <a:pt x="4287" y="2266"/>
                      <a:pt x="4287" y="2266"/>
                    </a:cubicBezTo>
                    <a:cubicBezTo>
                      <a:pt x="4287" y="2266"/>
                      <a:pt x="4287" y="2266"/>
                      <a:pt x="4287" y="2266"/>
                    </a:cubicBezTo>
                    <a:close/>
                    <a:moveTo>
                      <a:pt x="2362" y="1"/>
                    </a:moveTo>
                    <a:cubicBezTo>
                      <a:pt x="1756" y="1"/>
                      <a:pt x="892" y="266"/>
                      <a:pt x="525" y="722"/>
                    </a:cubicBezTo>
                    <a:cubicBezTo>
                      <a:pt x="389" y="892"/>
                      <a:pt x="368" y="1164"/>
                      <a:pt x="355" y="1382"/>
                    </a:cubicBezTo>
                    <a:cubicBezTo>
                      <a:pt x="348" y="1552"/>
                      <a:pt x="239" y="1729"/>
                      <a:pt x="185" y="1892"/>
                    </a:cubicBezTo>
                    <a:cubicBezTo>
                      <a:pt x="123" y="2062"/>
                      <a:pt x="83" y="2246"/>
                      <a:pt x="42" y="2423"/>
                    </a:cubicBezTo>
                    <a:cubicBezTo>
                      <a:pt x="21" y="2518"/>
                      <a:pt x="8" y="2613"/>
                      <a:pt x="1" y="2715"/>
                    </a:cubicBezTo>
                    <a:cubicBezTo>
                      <a:pt x="8" y="2824"/>
                      <a:pt x="21" y="2940"/>
                      <a:pt x="49" y="3055"/>
                    </a:cubicBezTo>
                    <a:cubicBezTo>
                      <a:pt x="69" y="3137"/>
                      <a:pt x="96" y="3205"/>
                      <a:pt x="123" y="3280"/>
                    </a:cubicBezTo>
                    <a:cubicBezTo>
                      <a:pt x="151" y="3368"/>
                      <a:pt x="130" y="3470"/>
                      <a:pt x="151" y="3566"/>
                    </a:cubicBezTo>
                    <a:cubicBezTo>
                      <a:pt x="171" y="3668"/>
                      <a:pt x="253" y="3749"/>
                      <a:pt x="361" y="3756"/>
                    </a:cubicBezTo>
                    <a:cubicBezTo>
                      <a:pt x="436" y="3743"/>
                      <a:pt x="498" y="3702"/>
                      <a:pt x="538" y="3634"/>
                    </a:cubicBezTo>
                    <a:cubicBezTo>
                      <a:pt x="688" y="3436"/>
                      <a:pt x="756" y="3185"/>
                      <a:pt x="722" y="2933"/>
                    </a:cubicBezTo>
                    <a:cubicBezTo>
                      <a:pt x="702" y="2804"/>
                      <a:pt x="654" y="2681"/>
                      <a:pt x="620" y="2559"/>
                    </a:cubicBezTo>
                    <a:cubicBezTo>
                      <a:pt x="579" y="2348"/>
                      <a:pt x="566" y="2137"/>
                      <a:pt x="579" y="1926"/>
                    </a:cubicBezTo>
                    <a:cubicBezTo>
                      <a:pt x="593" y="1804"/>
                      <a:pt x="620" y="1681"/>
                      <a:pt x="654" y="1559"/>
                    </a:cubicBezTo>
                    <a:cubicBezTo>
                      <a:pt x="654" y="1559"/>
                      <a:pt x="824" y="1525"/>
                      <a:pt x="1021" y="1484"/>
                    </a:cubicBezTo>
                    <a:cubicBezTo>
                      <a:pt x="1246" y="1436"/>
                      <a:pt x="1709" y="1389"/>
                      <a:pt x="1770" y="1348"/>
                    </a:cubicBezTo>
                    <a:cubicBezTo>
                      <a:pt x="1831" y="1307"/>
                      <a:pt x="1831" y="824"/>
                      <a:pt x="1831" y="824"/>
                    </a:cubicBezTo>
                    <a:cubicBezTo>
                      <a:pt x="1831" y="824"/>
                      <a:pt x="1906" y="1273"/>
                      <a:pt x="1954" y="1314"/>
                    </a:cubicBezTo>
                    <a:cubicBezTo>
                      <a:pt x="1984" y="1345"/>
                      <a:pt x="2112" y="1353"/>
                      <a:pt x="2261" y="1353"/>
                    </a:cubicBezTo>
                    <a:cubicBezTo>
                      <a:pt x="2342" y="1353"/>
                      <a:pt x="2430" y="1350"/>
                      <a:pt x="2511" y="1348"/>
                    </a:cubicBezTo>
                    <a:cubicBezTo>
                      <a:pt x="2550" y="1347"/>
                      <a:pt x="2590" y="1346"/>
                      <a:pt x="2630" y="1346"/>
                    </a:cubicBezTo>
                    <a:cubicBezTo>
                      <a:pt x="2733" y="1346"/>
                      <a:pt x="2840" y="1349"/>
                      <a:pt x="2927" y="1349"/>
                    </a:cubicBezTo>
                    <a:cubicBezTo>
                      <a:pt x="3019" y="1349"/>
                      <a:pt x="3089" y="1346"/>
                      <a:pt x="3110" y="1334"/>
                    </a:cubicBezTo>
                    <a:cubicBezTo>
                      <a:pt x="3158" y="1300"/>
                      <a:pt x="3185" y="1062"/>
                      <a:pt x="3185" y="1062"/>
                    </a:cubicBezTo>
                    <a:cubicBezTo>
                      <a:pt x="3185" y="1062"/>
                      <a:pt x="3226" y="1300"/>
                      <a:pt x="3267" y="1341"/>
                    </a:cubicBezTo>
                    <a:cubicBezTo>
                      <a:pt x="3294" y="1368"/>
                      <a:pt x="3425" y="1380"/>
                      <a:pt x="3541" y="1380"/>
                    </a:cubicBezTo>
                    <a:cubicBezTo>
                      <a:pt x="3629" y="1380"/>
                      <a:pt x="3709" y="1373"/>
                      <a:pt x="3729" y="1361"/>
                    </a:cubicBezTo>
                    <a:cubicBezTo>
                      <a:pt x="3770" y="1334"/>
                      <a:pt x="3811" y="1001"/>
                      <a:pt x="3811" y="1001"/>
                    </a:cubicBezTo>
                    <a:cubicBezTo>
                      <a:pt x="3811" y="1001"/>
                      <a:pt x="3947" y="1484"/>
                      <a:pt x="3981" y="1627"/>
                    </a:cubicBezTo>
                    <a:cubicBezTo>
                      <a:pt x="4015" y="1776"/>
                      <a:pt x="4110" y="2103"/>
                      <a:pt x="4287" y="2266"/>
                    </a:cubicBezTo>
                    <a:lnTo>
                      <a:pt x="4287" y="2266"/>
                    </a:lnTo>
                    <a:cubicBezTo>
                      <a:pt x="4282" y="2255"/>
                      <a:pt x="4422" y="959"/>
                      <a:pt x="4253" y="722"/>
                    </a:cubicBezTo>
                    <a:cubicBezTo>
                      <a:pt x="3886" y="218"/>
                      <a:pt x="2994" y="1"/>
                      <a:pt x="2362" y="1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71"/>
              <p:cNvSpPr/>
              <p:nvPr/>
            </p:nvSpPr>
            <p:spPr>
              <a:xfrm>
                <a:off x="7946555" y="1500974"/>
                <a:ext cx="108110" cy="115034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080" extrusionOk="0">
                    <a:moveTo>
                      <a:pt x="558" y="0"/>
                    </a:moveTo>
                    <a:cubicBezTo>
                      <a:pt x="360" y="0"/>
                      <a:pt x="164" y="164"/>
                      <a:pt x="89" y="405"/>
                    </a:cubicBezTo>
                    <a:cubicBezTo>
                      <a:pt x="1" y="698"/>
                      <a:pt x="109" y="991"/>
                      <a:pt x="341" y="1065"/>
                    </a:cubicBezTo>
                    <a:cubicBezTo>
                      <a:pt x="375" y="1075"/>
                      <a:pt x="410" y="1080"/>
                      <a:pt x="445" y="1080"/>
                    </a:cubicBezTo>
                    <a:cubicBezTo>
                      <a:pt x="649" y="1080"/>
                      <a:pt x="844" y="915"/>
                      <a:pt x="926" y="671"/>
                    </a:cubicBezTo>
                    <a:cubicBezTo>
                      <a:pt x="1014" y="378"/>
                      <a:pt x="906" y="86"/>
                      <a:pt x="667" y="18"/>
                    </a:cubicBezTo>
                    <a:cubicBezTo>
                      <a:pt x="631" y="6"/>
                      <a:pt x="595" y="0"/>
                      <a:pt x="558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71"/>
              <p:cNvSpPr/>
              <p:nvPr/>
            </p:nvSpPr>
            <p:spPr>
              <a:xfrm>
                <a:off x="7579193" y="1626446"/>
                <a:ext cx="42072" cy="6049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68" extrusionOk="0">
                    <a:moveTo>
                      <a:pt x="356" y="0"/>
                    </a:moveTo>
                    <a:cubicBezTo>
                      <a:pt x="345" y="0"/>
                      <a:pt x="332" y="8"/>
                      <a:pt x="327" y="23"/>
                    </a:cubicBezTo>
                    <a:cubicBezTo>
                      <a:pt x="245" y="200"/>
                      <a:pt x="143" y="364"/>
                      <a:pt x="14" y="513"/>
                    </a:cubicBezTo>
                    <a:cubicBezTo>
                      <a:pt x="0" y="527"/>
                      <a:pt x="0" y="547"/>
                      <a:pt x="14" y="561"/>
                    </a:cubicBezTo>
                    <a:cubicBezTo>
                      <a:pt x="21" y="568"/>
                      <a:pt x="27" y="568"/>
                      <a:pt x="34" y="568"/>
                    </a:cubicBezTo>
                    <a:cubicBezTo>
                      <a:pt x="48" y="568"/>
                      <a:pt x="61" y="568"/>
                      <a:pt x="68" y="554"/>
                    </a:cubicBezTo>
                    <a:cubicBezTo>
                      <a:pt x="198" y="404"/>
                      <a:pt x="306" y="228"/>
                      <a:pt x="388" y="44"/>
                    </a:cubicBezTo>
                    <a:cubicBezTo>
                      <a:pt x="395" y="30"/>
                      <a:pt x="381" y="10"/>
                      <a:pt x="368" y="3"/>
                    </a:cubicBezTo>
                    <a:cubicBezTo>
                      <a:pt x="364" y="1"/>
                      <a:pt x="360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71"/>
              <p:cNvSpPr/>
              <p:nvPr/>
            </p:nvSpPr>
            <p:spPr>
              <a:xfrm>
                <a:off x="8014723" y="1675974"/>
                <a:ext cx="17468" cy="8201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770" extrusionOk="0">
                    <a:moveTo>
                      <a:pt x="27" y="1"/>
                    </a:moveTo>
                    <a:cubicBezTo>
                      <a:pt x="14" y="7"/>
                      <a:pt x="0" y="28"/>
                      <a:pt x="0" y="42"/>
                    </a:cubicBezTo>
                    <a:cubicBezTo>
                      <a:pt x="55" y="280"/>
                      <a:pt x="95" y="491"/>
                      <a:pt x="34" y="729"/>
                    </a:cubicBezTo>
                    <a:cubicBezTo>
                      <a:pt x="34" y="749"/>
                      <a:pt x="41" y="763"/>
                      <a:pt x="61" y="769"/>
                    </a:cubicBezTo>
                    <a:lnTo>
                      <a:pt x="68" y="769"/>
                    </a:lnTo>
                    <a:cubicBezTo>
                      <a:pt x="82" y="769"/>
                      <a:pt x="95" y="763"/>
                      <a:pt x="102" y="749"/>
                    </a:cubicBezTo>
                    <a:cubicBezTo>
                      <a:pt x="163" y="491"/>
                      <a:pt x="116" y="266"/>
                      <a:pt x="68" y="28"/>
                    </a:cubicBezTo>
                    <a:cubicBezTo>
                      <a:pt x="61" y="14"/>
                      <a:pt x="48" y="1"/>
                      <a:pt x="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71"/>
              <p:cNvSpPr/>
              <p:nvPr/>
            </p:nvSpPr>
            <p:spPr>
              <a:xfrm>
                <a:off x="7884245" y="1291144"/>
                <a:ext cx="10225" cy="70405"/>
              </a:xfrm>
              <a:custGeom>
                <a:avLst/>
                <a:gdLst/>
                <a:ahLst/>
                <a:cxnLst/>
                <a:rect l="l" t="t" r="r" b="b"/>
                <a:pathLst>
                  <a:path w="96" h="661" extrusionOk="0">
                    <a:moveTo>
                      <a:pt x="32" y="1"/>
                    </a:moveTo>
                    <a:cubicBezTo>
                      <a:pt x="16" y="1"/>
                      <a:pt x="1" y="13"/>
                      <a:pt x="1" y="35"/>
                    </a:cubicBezTo>
                    <a:cubicBezTo>
                      <a:pt x="21" y="232"/>
                      <a:pt x="28" y="430"/>
                      <a:pt x="28" y="627"/>
                    </a:cubicBezTo>
                    <a:cubicBezTo>
                      <a:pt x="28" y="647"/>
                      <a:pt x="41" y="661"/>
                      <a:pt x="62" y="661"/>
                    </a:cubicBezTo>
                    <a:cubicBezTo>
                      <a:pt x="82" y="661"/>
                      <a:pt x="96" y="647"/>
                      <a:pt x="96" y="627"/>
                    </a:cubicBezTo>
                    <a:cubicBezTo>
                      <a:pt x="96" y="430"/>
                      <a:pt x="82" y="226"/>
                      <a:pt x="62" y="28"/>
                    </a:cubicBezTo>
                    <a:cubicBezTo>
                      <a:pt x="59" y="9"/>
                      <a:pt x="45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71"/>
              <p:cNvSpPr/>
              <p:nvPr/>
            </p:nvSpPr>
            <p:spPr>
              <a:xfrm>
                <a:off x="7627017" y="1263877"/>
                <a:ext cx="64760" cy="7818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734" extrusionOk="0">
                    <a:moveTo>
                      <a:pt x="562" y="1"/>
                    </a:moveTo>
                    <a:cubicBezTo>
                      <a:pt x="557" y="1"/>
                      <a:pt x="551" y="2"/>
                      <a:pt x="545" y="5"/>
                    </a:cubicBezTo>
                    <a:cubicBezTo>
                      <a:pt x="286" y="155"/>
                      <a:pt x="89" y="400"/>
                      <a:pt x="7" y="692"/>
                    </a:cubicBezTo>
                    <a:cubicBezTo>
                      <a:pt x="0" y="706"/>
                      <a:pt x="14" y="726"/>
                      <a:pt x="27" y="733"/>
                    </a:cubicBezTo>
                    <a:lnTo>
                      <a:pt x="41" y="733"/>
                    </a:lnTo>
                    <a:cubicBezTo>
                      <a:pt x="48" y="733"/>
                      <a:pt x="61" y="720"/>
                      <a:pt x="68" y="713"/>
                    </a:cubicBezTo>
                    <a:cubicBezTo>
                      <a:pt x="150" y="441"/>
                      <a:pt x="334" y="209"/>
                      <a:pt x="579" y="60"/>
                    </a:cubicBezTo>
                    <a:cubicBezTo>
                      <a:pt x="607" y="42"/>
                      <a:pt x="592" y="1"/>
                      <a:pt x="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71"/>
              <p:cNvSpPr/>
              <p:nvPr/>
            </p:nvSpPr>
            <p:spPr>
              <a:xfrm>
                <a:off x="7769744" y="1210195"/>
                <a:ext cx="28545" cy="5357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503" extrusionOk="0">
                    <a:moveTo>
                      <a:pt x="223" y="0"/>
                    </a:moveTo>
                    <a:cubicBezTo>
                      <a:pt x="217" y="0"/>
                      <a:pt x="211" y="2"/>
                      <a:pt x="205" y="6"/>
                    </a:cubicBezTo>
                    <a:cubicBezTo>
                      <a:pt x="198" y="13"/>
                      <a:pt x="62" y="121"/>
                      <a:pt x="1" y="462"/>
                    </a:cubicBezTo>
                    <a:cubicBezTo>
                      <a:pt x="1" y="482"/>
                      <a:pt x="14" y="496"/>
                      <a:pt x="28" y="502"/>
                    </a:cubicBezTo>
                    <a:lnTo>
                      <a:pt x="35" y="502"/>
                    </a:lnTo>
                    <a:cubicBezTo>
                      <a:pt x="48" y="502"/>
                      <a:pt x="62" y="489"/>
                      <a:pt x="69" y="475"/>
                    </a:cubicBezTo>
                    <a:cubicBezTo>
                      <a:pt x="123" y="162"/>
                      <a:pt x="245" y="53"/>
                      <a:pt x="245" y="53"/>
                    </a:cubicBezTo>
                    <a:cubicBezTo>
                      <a:pt x="268" y="31"/>
                      <a:pt x="24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71"/>
              <p:cNvSpPr/>
              <p:nvPr/>
            </p:nvSpPr>
            <p:spPr>
              <a:xfrm>
                <a:off x="7784230" y="1252054"/>
                <a:ext cx="12462" cy="3994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75" extrusionOk="0">
                    <a:moveTo>
                      <a:pt x="89" y="1"/>
                    </a:moveTo>
                    <a:cubicBezTo>
                      <a:pt x="69" y="1"/>
                      <a:pt x="48" y="7"/>
                      <a:pt x="48" y="28"/>
                    </a:cubicBezTo>
                    <a:cubicBezTo>
                      <a:pt x="21" y="130"/>
                      <a:pt x="7" y="232"/>
                      <a:pt x="1" y="341"/>
                    </a:cubicBezTo>
                    <a:cubicBezTo>
                      <a:pt x="1" y="361"/>
                      <a:pt x="14" y="375"/>
                      <a:pt x="28" y="375"/>
                    </a:cubicBezTo>
                    <a:cubicBezTo>
                      <a:pt x="48" y="375"/>
                      <a:pt x="62" y="361"/>
                      <a:pt x="62" y="341"/>
                    </a:cubicBezTo>
                    <a:cubicBezTo>
                      <a:pt x="69" y="239"/>
                      <a:pt x="89" y="137"/>
                      <a:pt x="109" y="41"/>
                    </a:cubicBezTo>
                    <a:cubicBezTo>
                      <a:pt x="116" y="21"/>
                      <a:pt x="103" y="7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71"/>
              <p:cNvSpPr/>
              <p:nvPr/>
            </p:nvSpPr>
            <p:spPr>
              <a:xfrm>
                <a:off x="7997255" y="1383917"/>
                <a:ext cx="53043" cy="9362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879" extrusionOk="0">
                    <a:moveTo>
                      <a:pt x="28" y="1"/>
                    </a:moveTo>
                    <a:cubicBezTo>
                      <a:pt x="14" y="8"/>
                      <a:pt x="1" y="21"/>
                      <a:pt x="1" y="42"/>
                    </a:cubicBezTo>
                    <a:cubicBezTo>
                      <a:pt x="69" y="348"/>
                      <a:pt x="219" y="634"/>
                      <a:pt x="436" y="865"/>
                    </a:cubicBezTo>
                    <a:cubicBezTo>
                      <a:pt x="443" y="872"/>
                      <a:pt x="457" y="879"/>
                      <a:pt x="464" y="879"/>
                    </a:cubicBezTo>
                    <a:cubicBezTo>
                      <a:pt x="470" y="879"/>
                      <a:pt x="477" y="872"/>
                      <a:pt x="484" y="865"/>
                    </a:cubicBezTo>
                    <a:cubicBezTo>
                      <a:pt x="498" y="851"/>
                      <a:pt x="498" y="831"/>
                      <a:pt x="484" y="817"/>
                    </a:cubicBezTo>
                    <a:cubicBezTo>
                      <a:pt x="280" y="600"/>
                      <a:pt x="130" y="327"/>
                      <a:pt x="69" y="28"/>
                    </a:cubicBezTo>
                    <a:cubicBezTo>
                      <a:pt x="62" y="14"/>
                      <a:pt x="49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71"/>
              <p:cNvSpPr/>
              <p:nvPr/>
            </p:nvSpPr>
            <p:spPr>
              <a:xfrm>
                <a:off x="7690073" y="1833293"/>
                <a:ext cx="259464" cy="184160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729" extrusionOk="0">
                    <a:moveTo>
                      <a:pt x="266" y="0"/>
                    </a:moveTo>
                    <a:lnTo>
                      <a:pt x="0" y="75"/>
                    </a:lnTo>
                    <a:lnTo>
                      <a:pt x="334" y="1728"/>
                    </a:lnTo>
                    <a:lnTo>
                      <a:pt x="1402" y="1708"/>
                    </a:lnTo>
                    <a:lnTo>
                      <a:pt x="2436" y="490"/>
                    </a:lnTo>
                    <a:lnTo>
                      <a:pt x="2109" y="61"/>
                    </a:lnTo>
                    <a:lnTo>
                      <a:pt x="1837" y="7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71"/>
              <p:cNvSpPr/>
              <p:nvPr/>
            </p:nvSpPr>
            <p:spPr>
              <a:xfrm>
                <a:off x="7293420" y="2002009"/>
                <a:ext cx="297809" cy="48899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4591" extrusionOk="0">
                    <a:moveTo>
                      <a:pt x="2176" y="1"/>
                    </a:moveTo>
                    <a:cubicBezTo>
                      <a:pt x="2018" y="1"/>
                      <a:pt x="1840" y="91"/>
                      <a:pt x="1669" y="301"/>
                    </a:cubicBezTo>
                    <a:cubicBezTo>
                      <a:pt x="1118" y="981"/>
                      <a:pt x="561" y="2648"/>
                      <a:pt x="234" y="3478"/>
                    </a:cubicBezTo>
                    <a:cubicBezTo>
                      <a:pt x="1" y="4059"/>
                      <a:pt x="394" y="4590"/>
                      <a:pt x="878" y="4590"/>
                    </a:cubicBezTo>
                    <a:cubicBezTo>
                      <a:pt x="1085" y="4590"/>
                      <a:pt x="1308" y="4493"/>
                      <a:pt x="1506" y="4260"/>
                    </a:cubicBezTo>
                    <a:cubicBezTo>
                      <a:pt x="2166" y="3485"/>
                      <a:pt x="2445" y="1859"/>
                      <a:pt x="2649" y="1035"/>
                    </a:cubicBezTo>
                    <a:cubicBezTo>
                      <a:pt x="2796" y="464"/>
                      <a:pt x="2535" y="1"/>
                      <a:pt x="2176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71"/>
              <p:cNvSpPr/>
              <p:nvPr/>
            </p:nvSpPr>
            <p:spPr>
              <a:xfrm>
                <a:off x="7319729" y="1841175"/>
                <a:ext cx="370450" cy="535651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5029" extrusionOk="0">
                    <a:moveTo>
                      <a:pt x="3477" y="1"/>
                    </a:moveTo>
                    <a:lnTo>
                      <a:pt x="3477" y="1"/>
                    </a:lnTo>
                    <a:cubicBezTo>
                      <a:pt x="3477" y="1"/>
                      <a:pt x="2157" y="171"/>
                      <a:pt x="1654" y="538"/>
                    </a:cubicBezTo>
                    <a:cubicBezTo>
                      <a:pt x="1239" y="838"/>
                      <a:pt x="1" y="3811"/>
                      <a:pt x="1" y="3811"/>
                    </a:cubicBezTo>
                    <a:cubicBezTo>
                      <a:pt x="1" y="3811"/>
                      <a:pt x="1041" y="4879"/>
                      <a:pt x="2062" y="5029"/>
                    </a:cubicBezTo>
                    <a:lnTo>
                      <a:pt x="3287" y="3205"/>
                    </a:lnTo>
                    <a:lnTo>
                      <a:pt x="347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71"/>
              <p:cNvSpPr/>
              <p:nvPr/>
            </p:nvSpPr>
            <p:spPr>
              <a:xfrm>
                <a:off x="7472681" y="1839790"/>
                <a:ext cx="742073" cy="1007395"/>
              </a:xfrm>
              <a:custGeom>
                <a:avLst/>
                <a:gdLst/>
                <a:ahLst/>
                <a:cxnLst/>
                <a:rect l="l" t="t" r="r" b="b"/>
                <a:pathLst>
                  <a:path w="6967" h="9458" extrusionOk="0">
                    <a:moveTo>
                      <a:pt x="4150" y="0"/>
                    </a:moveTo>
                    <a:cubicBezTo>
                      <a:pt x="4150" y="0"/>
                      <a:pt x="3952" y="865"/>
                      <a:pt x="3134" y="865"/>
                    </a:cubicBezTo>
                    <a:cubicBezTo>
                      <a:pt x="3121" y="865"/>
                      <a:pt x="3109" y="865"/>
                      <a:pt x="3096" y="864"/>
                    </a:cubicBezTo>
                    <a:cubicBezTo>
                      <a:pt x="2245" y="837"/>
                      <a:pt x="2041" y="14"/>
                      <a:pt x="2041" y="14"/>
                    </a:cubicBezTo>
                    <a:cubicBezTo>
                      <a:pt x="2041" y="14"/>
                      <a:pt x="1504" y="150"/>
                      <a:pt x="1089" y="1082"/>
                    </a:cubicBezTo>
                    <a:cubicBezTo>
                      <a:pt x="674" y="2007"/>
                      <a:pt x="667" y="3116"/>
                      <a:pt x="592" y="3960"/>
                    </a:cubicBezTo>
                    <a:cubicBezTo>
                      <a:pt x="517" y="4804"/>
                      <a:pt x="0" y="9205"/>
                      <a:pt x="0" y="9205"/>
                    </a:cubicBezTo>
                    <a:cubicBezTo>
                      <a:pt x="1218" y="9362"/>
                      <a:pt x="2449" y="9450"/>
                      <a:pt x="3681" y="9457"/>
                    </a:cubicBezTo>
                    <a:cubicBezTo>
                      <a:pt x="4783" y="9457"/>
                      <a:pt x="5885" y="9348"/>
                      <a:pt x="6967" y="9124"/>
                    </a:cubicBezTo>
                    <a:lnTo>
                      <a:pt x="5776" y="1300"/>
                    </a:lnTo>
                    <a:lnTo>
                      <a:pt x="41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71"/>
              <p:cNvSpPr/>
              <p:nvPr/>
            </p:nvSpPr>
            <p:spPr>
              <a:xfrm>
                <a:off x="8013977" y="1973783"/>
                <a:ext cx="359480" cy="460347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322" extrusionOk="0">
                    <a:moveTo>
                      <a:pt x="1300" y="1"/>
                    </a:moveTo>
                    <a:lnTo>
                      <a:pt x="0" y="987"/>
                    </a:lnTo>
                    <a:cubicBezTo>
                      <a:pt x="0" y="987"/>
                      <a:pt x="1722" y="4001"/>
                      <a:pt x="2212" y="4260"/>
                    </a:cubicBezTo>
                    <a:cubicBezTo>
                      <a:pt x="2291" y="4302"/>
                      <a:pt x="2377" y="4322"/>
                      <a:pt x="2463" y="4322"/>
                    </a:cubicBezTo>
                    <a:cubicBezTo>
                      <a:pt x="2909" y="4322"/>
                      <a:pt x="3375" y="3803"/>
                      <a:pt x="3130" y="3165"/>
                    </a:cubicBezTo>
                    <a:cubicBezTo>
                      <a:pt x="2831" y="2403"/>
                      <a:pt x="1300" y="1"/>
                      <a:pt x="130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71"/>
              <p:cNvSpPr/>
              <p:nvPr/>
            </p:nvSpPr>
            <p:spPr>
              <a:xfrm>
                <a:off x="7914708" y="1839790"/>
                <a:ext cx="415292" cy="530539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81" extrusionOk="0">
                    <a:moveTo>
                      <a:pt x="0" y="0"/>
                    </a:moveTo>
                    <a:lnTo>
                      <a:pt x="225" y="2511"/>
                    </a:lnTo>
                    <a:lnTo>
                      <a:pt x="2171" y="4980"/>
                    </a:lnTo>
                    <a:cubicBezTo>
                      <a:pt x="2899" y="4627"/>
                      <a:pt x="3511" y="4225"/>
                      <a:pt x="3899" y="3327"/>
                    </a:cubicBezTo>
                    <a:cubicBezTo>
                      <a:pt x="3892" y="3327"/>
                      <a:pt x="2729" y="932"/>
                      <a:pt x="2198" y="551"/>
                    </a:cubicBezTo>
                    <a:cubicBezTo>
                      <a:pt x="1660" y="16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71"/>
              <p:cNvSpPr/>
              <p:nvPr/>
            </p:nvSpPr>
            <p:spPr>
              <a:xfrm>
                <a:off x="7339327" y="2050685"/>
                <a:ext cx="500822" cy="437766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110" extrusionOk="0">
                    <a:moveTo>
                      <a:pt x="4457" y="0"/>
                    </a:moveTo>
                    <a:cubicBezTo>
                      <a:pt x="2021" y="1334"/>
                      <a:pt x="0" y="2681"/>
                      <a:pt x="0" y="2681"/>
                    </a:cubicBezTo>
                    <a:lnTo>
                      <a:pt x="633" y="4109"/>
                    </a:lnTo>
                    <a:cubicBezTo>
                      <a:pt x="2368" y="3531"/>
                      <a:pt x="4702" y="633"/>
                      <a:pt x="4702" y="633"/>
                    </a:cubicBezTo>
                    <a:lnTo>
                      <a:pt x="4457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71"/>
              <p:cNvSpPr/>
              <p:nvPr/>
            </p:nvSpPr>
            <p:spPr>
              <a:xfrm>
                <a:off x="7808195" y="2086899"/>
                <a:ext cx="529793" cy="345740"/>
              </a:xfrm>
              <a:custGeom>
                <a:avLst/>
                <a:gdLst/>
                <a:ahLst/>
                <a:cxnLst/>
                <a:rect l="l" t="t" r="r" b="b"/>
                <a:pathLst>
                  <a:path w="4974" h="3246" extrusionOk="0">
                    <a:moveTo>
                      <a:pt x="354" y="0"/>
                    </a:moveTo>
                    <a:lnTo>
                      <a:pt x="0" y="626"/>
                    </a:lnTo>
                    <a:cubicBezTo>
                      <a:pt x="0" y="626"/>
                      <a:pt x="1987" y="2388"/>
                      <a:pt x="4273" y="3246"/>
                    </a:cubicBezTo>
                    <a:lnTo>
                      <a:pt x="4974" y="1953"/>
                    </a:lnTo>
                    <a:cubicBezTo>
                      <a:pt x="3504" y="1143"/>
                      <a:pt x="1953" y="490"/>
                      <a:pt x="354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71"/>
              <p:cNvSpPr/>
              <p:nvPr/>
            </p:nvSpPr>
            <p:spPr>
              <a:xfrm>
                <a:off x="7813947" y="1885697"/>
                <a:ext cx="229854" cy="231771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2176" extrusionOk="0">
                    <a:moveTo>
                      <a:pt x="2060" y="1"/>
                    </a:moveTo>
                    <a:cubicBezTo>
                      <a:pt x="1984" y="1"/>
                      <a:pt x="1838" y="114"/>
                      <a:pt x="1586" y="304"/>
                    </a:cubicBezTo>
                    <a:cubicBezTo>
                      <a:pt x="1293" y="535"/>
                      <a:pt x="946" y="712"/>
                      <a:pt x="865" y="767"/>
                    </a:cubicBezTo>
                    <a:cubicBezTo>
                      <a:pt x="790" y="821"/>
                      <a:pt x="586" y="1052"/>
                      <a:pt x="429" y="1216"/>
                    </a:cubicBezTo>
                    <a:cubicBezTo>
                      <a:pt x="300" y="1338"/>
                      <a:pt x="150" y="1454"/>
                      <a:pt x="1" y="1549"/>
                    </a:cubicBezTo>
                    <a:lnTo>
                      <a:pt x="246" y="2175"/>
                    </a:lnTo>
                    <a:cubicBezTo>
                      <a:pt x="388" y="2100"/>
                      <a:pt x="579" y="2087"/>
                      <a:pt x="769" y="1985"/>
                    </a:cubicBezTo>
                    <a:cubicBezTo>
                      <a:pt x="960" y="1889"/>
                      <a:pt x="1008" y="1828"/>
                      <a:pt x="1212" y="1604"/>
                    </a:cubicBezTo>
                    <a:cubicBezTo>
                      <a:pt x="1423" y="1372"/>
                      <a:pt x="1484" y="1182"/>
                      <a:pt x="1586" y="1046"/>
                    </a:cubicBezTo>
                    <a:cubicBezTo>
                      <a:pt x="1695" y="910"/>
                      <a:pt x="1797" y="774"/>
                      <a:pt x="1892" y="631"/>
                    </a:cubicBezTo>
                    <a:cubicBezTo>
                      <a:pt x="1912" y="576"/>
                      <a:pt x="1926" y="515"/>
                      <a:pt x="1926" y="461"/>
                    </a:cubicBezTo>
                    <a:cubicBezTo>
                      <a:pt x="2157" y="236"/>
                      <a:pt x="2144" y="32"/>
                      <a:pt x="2082" y="5"/>
                    </a:cubicBezTo>
                    <a:cubicBezTo>
                      <a:pt x="2076" y="2"/>
                      <a:pt x="2069" y="1"/>
                      <a:pt x="20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71"/>
              <p:cNvSpPr/>
              <p:nvPr/>
            </p:nvSpPr>
            <p:spPr>
              <a:xfrm>
                <a:off x="7958910" y="1926704"/>
                <a:ext cx="64653" cy="51552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84" extrusionOk="0">
                    <a:moveTo>
                      <a:pt x="490" y="1"/>
                    </a:moveTo>
                    <a:cubicBezTo>
                      <a:pt x="443" y="1"/>
                      <a:pt x="402" y="35"/>
                      <a:pt x="347" y="96"/>
                    </a:cubicBezTo>
                    <a:cubicBezTo>
                      <a:pt x="279" y="157"/>
                      <a:pt x="28" y="423"/>
                      <a:pt x="14" y="436"/>
                    </a:cubicBezTo>
                    <a:cubicBezTo>
                      <a:pt x="0" y="443"/>
                      <a:pt x="0" y="463"/>
                      <a:pt x="14" y="477"/>
                    </a:cubicBezTo>
                    <a:cubicBezTo>
                      <a:pt x="21" y="484"/>
                      <a:pt x="28" y="484"/>
                      <a:pt x="34" y="484"/>
                    </a:cubicBezTo>
                    <a:cubicBezTo>
                      <a:pt x="41" y="484"/>
                      <a:pt x="55" y="484"/>
                      <a:pt x="62" y="477"/>
                    </a:cubicBezTo>
                    <a:cubicBezTo>
                      <a:pt x="62" y="477"/>
                      <a:pt x="320" y="205"/>
                      <a:pt x="388" y="137"/>
                    </a:cubicBezTo>
                    <a:cubicBezTo>
                      <a:pt x="429" y="96"/>
                      <a:pt x="463" y="62"/>
                      <a:pt x="490" y="62"/>
                    </a:cubicBezTo>
                    <a:cubicBezTo>
                      <a:pt x="504" y="62"/>
                      <a:pt x="517" y="76"/>
                      <a:pt x="545" y="96"/>
                    </a:cubicBezTo>
                    <a:cubicBezTo>
                      <a:pt x="551" y="102"/>
                      <a:pt x="558" y="105"/>
                      <a:pt x="565" y="105"/>
                    </a:cubicBezTo>
                    <a:cubicBezTo>
                      <a:pt x="587" y="105"/>
                      <a:pt x="606" y="76"/>
                      <a:pt x="585" y="55"/>
                    </a:cubicBezTo>
                    <a:cubicBezTo>
                      <a:pt x="558" y="28"/>
                      <a:pt x="524" y="8"/>
                      <a:pt x="4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71"/>
              <p:cNvSpPr/>
              <p:nvPr/>
            </p:nvSpPr>
            <p:spPr>
              <a:xfrm>
                <a:off x="7941549" y="1883034"/>
                <a:ext cx="93624" cy="822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72" extrusionOk="0">
                    <a:moveTo>
                      <a:pt x="828" y="0"/>
                    </a:moveTo>
                    <a:cubicBezTo>
                      <a:pt x="821" y="0"/>
                      <a:pt x="814" y="3"/>
                      <a:pt x="810" y="9"/>
                    </a:cubicBezTo>
                    <a:cubicBezTo>
                      <a:pt x="728" y="118"/>
                      <a:pt x="633" y="213"/>
                      <a:pt x="537" y="309"/>
                    </a:cubicBezTo>
                    <a:cubicBezTo>
                      <a:pt x="408" y="431"/>
                      <a:pt x="20" y="717"/>
                      <a:pt x="20" y="717"/>
                    </a:cubicBezTo>
                    <a:cubicBezTo>
                      <a:pt x="0" y="737"/>
                      <a:pt x="7" y="771"/>
                      <a:pt x="41" y="771"/>
                    </a:cubicBezTo>
                    <a:cubicBezTo>
                      <a:pt x="48" y="771"/>
                      <a:pt x="48" y="771"/>
                      <a:pt x="54" y="764"/>
                    </a:cubicBezTo>
                    <a:cubicBezTo>
                      <a:pt x="75" y="758"/>
                      <a:pt x="449" y="472"/>
                      <a:pt x="578" y="356"/>
                    </a:cubicBezTo>
                    <a:cubicBezTo>
                      <a:pt x="674" y="261"/>
                      <a:pt x="769" y="152"/>
                      <a:pt x="857" y="50"/>
                    </a:cubicBezTo>
                    <a:cubicBezTo>
                      <a:pt x="878" y="29"/>
                      <a:pt x="851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71"/>
              <p:cNvSpPr/>
              <p:nvPr/>
            </p:nvSpPr>
            <p:spPr>
              <a:xfrm>
                <a:off x="7626272" y="1903378"/>
                <a:ext cx="219629" cy="250304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350" extrusionOk="0">
                    <a:moveTo>
                      <a:pt x="114" y="1"/>
                    </a:moveTo>
                    <a:cubicBezTo>
                      <a:pt x="110" y="1"/>
                      <a:pt x="106" y="1"/>
                      <a:pt x="103" y="2"/>
                    </a:cubicBezTo>
                    <a:cubicBezTo>
                      <a:pt x="34" y="22"/>
                      <a:pt x="0" y="227"/>
                      <a:pt x="218" y="471"/>
                    </a:cubicBezTo>
                    <a:cubicBezTo>
                      <a:pt x="205" y="526"/>
                      <a:pt x="211" y="587"/>
                      <a:pt x="232" y="642"/>
                    </a:cubicBezTo>
                    <a:cubicBezTo>
                      <a:pt x="307" y="798"/>
                      <a:pt x="395" y="948"/>
                      <a:pt x="490" y="1091"/>
                    </a:cubicBezTo>
                    <a:cubicBezTo>
                      <a:pt x="579" y="1233"/>
                      <a:pt x="674" y="1478"/>
                      <a:pt x="858" y="1723"/>
                    </a:cubicBezTo>
                    <a:cubicBezTo>
                      <a:pt x="1041" y="1968"/>
                      <a:pt x="1035" y="1995"/>
                      <a:pt x="1211" y="2111"/>
                    </a:cubicBezTo>
                    <a:cubicBezTo>
                      <a:pt x="1382" y="2227"/>
                      <a:pt x="1579" y="2261"/>
                      <a:pt x="1708" y="2349"/>
                    </a:cubicBezTo>
                    <a:lnTo>
                      <a:pt x="2062" y="1723"/>
                    </a:lnTo>
                    <a:cubicBezTo>
                      <a:pt x="1899" y="1628"/>
                      <a:pt x="1749" y="1512"/>
                      <a:pt x="1627" y="1370"/>
                    </a:cubicBezTo>
                    <a:cubicBezTo>
                      <a:pt x="1490" y="1199"/>
                      <a:pt x="1307" y="948"/>
                      <a:pt x="1239" y="886"/>
                    </a:cubicBezTo>
                    <a:cubicBezTo>
                      <a:pt x="1001" y="716"/>
                      <a:pt x="776" y="539"/>
                      <a:pt x="565" y="349"/>
                    </a:cubicBezTo>
                    <a:cubicBezTo>
                      <a:pt x="320" y="123"/>
                      <a:pt x="191" y="1"/>
                      <a:pt x="114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71"/>
              <p:cNvSpPr/>
              <p:nvPr/>
            </p:nvSpPr>
            <p:spPr>
              <a:xfrm>
                <a:off x="7645125" y="1946303"/>
                <a:ext cx="58795" cy="5666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32" extrusionOk="0">
                    <a:moveTo>
                      <a:pt x="116" y="0"/>
                    </a:moveTo>
                    <a:cubicBezTo>
                      <a:pt x="75" y="0"/>
                      <a:pt x="41" y="14"/>
                      <a:pt x="14" y="41"/>
                    </a:cubicBezTo>
                    <a:cubicBezTo>
                      <a:pt x="0" y="55"/>
                      <a:pt x="0" y="75"/>
                      <a:pt x="14" y="89"/>
                    </a:cubicBezTo>
                    <a:cubicBezTo>
                      <a:pt x="21" y="92"/>
                      <a:pt x="29" y="94"/>
                      <a:pt x="37" y="94"/>
                    </a:cubicBezTo>
                    <a:cubicBezTo>
                      <a:pt x="45" y="94"/>
                      <a:pt x="51" y="92"/>
                      <a:pt x="55" y="89"/>
                    </a:cubicBezTo>
                    <a:cubicBezTo>
                      <a:pt x="75" y="68"/>
                      <a:pt x="96" y="62"/>
                      <a:pt x="116" y="62"/>
                    </a:cubicBezTo>
                    <a:cubicBezTo>
                      <a:pt x="136" y="62"/>
                      <a:pt x="170" y="96"/>
                      <a:pt x="204" y="143"/>
                    </a:cubicBezTo>
                    <a:cubicBezTo>
                      <a:pt x="266" y="218"/>
                      <a:pt x="504" y="517"/>
                      <a:pt x="504" y="517"/>
                    </a:cubicBezTo>
                    <a:cubicBezTo>
                      <a:pt x="504" y="524"/>
                      <a:pt x="517" y="531"/>
                      <a:pt x="524" y="531"/>
                    </a:cubicBezTo>
                    <a:cubicBezTo>
                      <a:pt x="531" y="531"/>
                      <a:pt x="531" y="524"/>
                      <a:pt x="538" y="524"/>
                    </a:cubicBezTo>
                    <a:cubicBezTo>
                      <a:pt x="551" y="517"/>
                      <a:pt x="551" y="497"/>
                      <a:pt x="545" y="483"/>
                    </a:cubicBezTo>
                    <a:cubicBezTo>
                      <a:pt x="531" y="470"/>
                      <a:pt x="313" y="184"/>
                      <a:pt x="245" y="109"/>
                    </a:cubicBezTo>
                    <a:cubicBezTo>
                      <a:pt x="198" y="48"/>
                      <a:pt x="164" y="7"/>
                      <a:pt x="1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71"/>
              <p:cNvSpPr/>
              <p:nvPr/>
            </p:nvSpPr>
            <p:spPr>
              <a:xfrm>
                <a:off x="7637988" y="1901355"/>
                <a:ext cx="84784" cy="90749"/>
              </a:xfrm>
              <a:custGeom>
                <a:avLst/>
                <a:gdLst/>
                <a:ahLst/>
                <a:cxnLst/>
                <a:rect l="l" t="t" r="r" b="b"/>
                <a:pathLst>
                  <a:path w="796" h="852" extrusionOk="0">
                    <a:moveTo>
                      <a:pt x="44" y="0"/>
                    </a:moveTo>
                    <a:cubicBezTo>
                      <a:pt x="22" y="0"/>
                      <a:pt x="0" y="24"/>
                      <a:pt x="20" y="48"/>
                    </a:cubicBezTo>
                    <a:cubicBezTo>
                      <a:pt x="95" y="164"/>
                      <a:pt x="176" y="273"/>
                      <a:pt x="265" y="382"/>
                    </a:cubicBezTo>
                    <a:cubicBezTo>
                      <a:pt x="380" y="511"/>
                      <a:pt x="727" y="831"/>
                      <a:pt x="741" y="844"/>
                    </a:cubicBezTo>
                    <a:cubicBezTo>
                      <a:pt x="748" y="851"/>
                      <a:pt x="755" y="851"/>
                      <a:pt x="761" y="851"/>
                    </a:cubicBezTo>
                    <a:cubicBezTo>
                      <a:pt x="775" y="851"/>
                      <a:pt x="782" y="844"/>
                      <a:pt x="782" y="844"/>
                    </a:cubicBezTo>
                    <a:cubicBezTo>
                      <a:pt x="795" y="831"/>
                      <a:pt x="795" y="810"/>
                      <a:pt x="782" y="797"/>
                    </a:cubicBezTo>
                    <a:cubicBezTo>
                      <a:pt x="782" y="797"/>
                      <a:pt x="428" y="470"/>
                      <a:pt x="312" y="341"/>
                    </a:cubicBezTo>
                    <a:cubicBezTo>
                      <a:pt x="224" y="239"/>
                      <a:pt x="142" y="130"/>
                      <a:pt x="67" y="14"/>
                    </a:cubicBezTo>
                    <a:cubicBezTo>
                      <a:pt x="61" y="4"/>
                      <a:pt x="52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71"/>
              <p:cNvSpPr/>
              <p:nvPr/>
            </p:nvSpPr>
            <p:spPr>
              <a:xfrm>
                <a:off x="7725648" y="2098509"/>
                <a:ext cx="81908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769" h="525" extrusionOk="0">
                    <a:moveTo>
                      <a:pt x="43" y="1"/>
                    </a:moveTo>
                    <a:cubicBezTo>
                      <a:pt x="20" y="1"/>
                      <a:pt x="0" y="28"/>
                      <a:pt x="20" y="48"/>
                    </a:cubicBezTo>
                    <a:cubicBezTo>
                      <a:pt x="115" y="163"/>
                      <a:pt x="238" y="252"/>
                      <a:pt x="374" y="306"/>
                    </a:cubicBezTo>
                    <a:cubicBezTo>
                      <a:pt x="503" y="354"/>
                      <a:pt x="619" y="422"/>
                      <a:pt x="714" y="517"/>
                    </a:cubicBezTo>
                    <a:cubicBezTo>
                      <a:pt x="721" y="517"/>
                      <a:pt x="728" y="524"/>
                      <a:pt x="734" y="524"/>
                    </a:cubicBezTo>
                    <a:cubicBezTo>
                      <a:pt x="748" y="524"/>
                      <a:pt x="755" y="524"/>
                      <a:pt x="762" y="517"/>
                    </a:cubicBezTo>
                    <a:cubicBezTo>
                      <a:pt x="768" y="504"/>
                      <a:pt x="768" y="483"/>
                      <a:pt x="762" y="476"/>
                    </a:cubicBezTo>
                    <a:cubicBezTo>
                      <a:pt x="653" y="374"/>
                      <a:pt x="530" y="300"/>
                      <a:pt x="394" y="252"/>
                    </a:cubicBezTo>
                    <a:cubicBezTo>
                      <a:pt x="265" y="197"/>
                      <a:pt x="149" y="116"/>
                      <a:pt x="68" y="14"/>
                    </a:cubicBezTo>
                    <a:cubicBezTo>
                      <a:pt x="60" y="5"/>
                      <a:pt x="51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71"/>
              <p:cNvSpPr/>
              <p:nvPr/>
            </p:nvSpPr>
            <p:spPr>
              <a:xfrm>
                <a:off x="7861025" y="2712447"/>
                <a:ext cx="282045" cy="8755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822" extrusionOk="0">
                    <a:moveTo>
                      <a:pt x="38" y="0"/>
                    </a:moveTo>
                    <a:cubicBezTo>
                      <a:pt x="24" y="0"/>
                      <a:pt x="13" y="11"/>
                      <a:pt x="8" y="26"/>
                    </a:cubicBezTo>
                    <a:cubicBezTo>
                      <a:pt x="1" y="46"/>
                      <a:pt x="8" y="67"/>
                      <a:pt x="28" y="74"/>
                    </a:cubicBezTo>
                    <a:cubicBezTo>
                      <a:pt x="42" y="80"/>
                      <a:pt x="1559" y="666"/>
                      <a:pt x="2600" y="822"/>
                    </a:cubicBezTo>
                    <a:lnTo>
                      <a:pt x="2607" y="822"/>
                    </a:lnTo>
                    <a:cubicBezTo>
                      <a:pt x="2627" y="822"/>
                      <a:pt x="2641" y="808"/>
                      <a:pt x="2647" y="788"/>
                    </a:cubicBezTo>
                    <a:cubicBezTo>
                      <a:pt x="2647" y="768"/>
                      <a:pt x="2634" y="747"/>
                      <a:pt x="2613" y="747"/>
                    </a:cubicBezTo>
                    <a:cubicBezTo>
                      <a:pt x="1579" y="591"/>
                      <a:pt x="69" y="6"/>
                      <a:pt x="55" y="6"/>
                    </a:cubicBezTo>
                    <a:cubicBezTo>
                      <a:pt x="50" y="2"/>
                      <a:pt x="44" y="0"/>
                      <a:pt x="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71"/>
              <p:cNvSpPr/>
              <p:nvPr/>
            </p:nvSpPr>
            <p:spPr>
              <a:xfrm>
                <a:off x="7820444" y="2604763"/>
                <a:ext cx="127708" cy="97459"/>
              </a:xfrm>
              <a:custGeom>
                <a:avLst/>
                <a:gdLst/>
                <a:ahLst/>
                <a:cxnLst/>
                <a:rect l="l" t="t" r="r" b="b"/>
                <a:pathLst>
                  <a:path w="1199" h="915" extrusionOk="0">
                    <a:moveTo>
                      <a:pt x="45" y="0"/>
                    </a:moveTo>
                    <a:cubicBezTo>
                      <a:pt x="34" y="0"/>
                      <a:pt x="22" y="5"/>
                      <a:pt x="14" y="16"/>
                    </a:cubicBezTo>
                    <a:cubicBezTo>
                      <a:pt x="1" y="30"/>
                      <a:pt x="8" y="57"/>
                      <a:pt x="21" y="71"/>
                    </a:cubicBezTo>
                    <a:cubicBezTo>
                      <a:pt x="28" y="78"/>
                      <a:pt x="797" y="683"/>
                      <a:pt x="1130" y="908"/>
                    </a:cubicBezTo>
                    <a:cubicBezTo>
                      <a:pt x="1137" y="908"/>
                      <a:pt x="1144" y="915"/>
                      <a:pt x="1157" y="915"/>
                    </a:cubicBezTo>
                    <a:cubicBezTo>
                      <a:pt x="1171" y="915"/>
                      <a:pt x="1178" y="908"/>
                      <a:pt x="1191" y="894"/>
                    </a:cubicBezTo>
                    <a:cubicBezTo>
                      <a:pt x="1198" y="874"/>
                      <a:pt x="1198" y="853"/>
                      <a:pt x="1178" y="840"/>
                    </a:cubicBezTo>
                    <a:cubicBezTo>
                      <a:pt x="844" y="615"/>
                      <a:pt x="82" y="16"/>
                      <a:pt x="69" y="10"/>
                    </a:cubicBezTo>
                    <a:cubicBezTo>
                      <a:pt x="63" y="4"/>
                      <a:pt x="54" y="0"/>
                      <a:pt x="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71"/>
              <p:cNvSpPr/>
              <p:nvPr/>
            </p:nvSpPr>
            <p:spPr>
              <a:xfrm>
                <a:off x="7527748" y="2135256"/>
                <a:ext cx="21835" cy="7924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744" extrusionOk="0">
                    <a:moveTo>
                      <a:pt x="160" y="0"/>
                    </a:moveTo>
                    <a:cubicBezTo>
                      <a:pt x="143" y="0"/>
                      <a:pt x="128" y="14"/>
                      <a:pt x="123" y="36"/>
                    </a:cubicBezTo>
                    <a:lnTo>
                      <a:pt x="7" y="696"/>
                    </a:lnTo>
                    <a:cubicBezTo>
                      <a:pt x="0" y="717"/>
                      <a:pt x="14" y="737"/>
                      <a:pt x="34" y="744"/>
                    </a:cubicBezTo>
                    <a:lnTo>
                      <a:pt x="41" y="744"/>
                    </a:lnTo>
                    <a:cubicBezTo>
                      <a:pt x="61" y="744"/>
                      <a:pt x="75" y="730"/>
                      <a:pt x="82" y="710"/>
                    </a:cubicBezTo>
                    <a:lnTo>
                      <a:pt x="204" y="50"/>
                    </a:lnTo>
                    <a:cubicBezTo>
                      <a:pt x="204" y="23"/>
                      <a:pt x="191" y="9"/>
                      <a:pt x="170" y="2"/>
                    </a:cubicBezTo>
                    <a:cubicBezTo>
                      <a:pt x="167" y="1"/>
                      <a:pt x="163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71"/>
              <p:cNvSpPr/>
              <p:nvPr/>
            </p:nvSpPr>
            <p:spPr>
              <a:xfrm>
                <a:off x="8106004" y="2114912"/>
                <a:ext cx="33445" cy="81482"/>
              </a:xfrm>
              <a:custGeom>
                <a:avLst/>
                <a:gdLst/>
                <a:ahLst/>
                <a:cxnLst/>
                <a:rect l="l" t="t" r="r" b="b"/>
                <a:pathLst>
                  <a:path w="314" h="765" extrusionOk="0">
                    <a:moveTo>
                      <a:pt x="44" y="0"/>
                    </a:moveTo>
                    <a:cubicBezTo>
                      <a:pt x="38" y="0"/>
                      <a:pt x="33" y="1"/>
                      <a:pt x="28" y="3"/>
                    </a:cubicBezTo>
                    <a:cubicBezTo>
                      <a:pt x="7" y="9"/>
                      <a:pt x="0" y="30"/>
                      <a:pt x="7" y="50"/>
                    </a:cubicBezTo>
                    <a:lnTo>
                      <a:pt x="232" y="737"/>
                    </a:lnTo>
                    <a:cubicBezTo>
                      <a:pt x="239" y="751"/>
                      <a:pt x="252" y="765"/>
                      <a:pt x="273" y="765"/>
                    </a:cubicBezTo>
                    <a:lnTo>
                      <a:pt x="286" y="765"/>
                    </a:lnTo>
                    <a:cubicBezTo>
                      <a:pt x="307" y="751"/>
                      <a:pt x="313" y="731"/>
                      <a:pt x="307" y="710"/>
                    </a:cubicBezTo>
                    <a:lnTo>
                      <a:pt x="82" y="23"/>
                    </a:lnTo>
                    <a:cubicBezTo>
                      <a:pt x="77" y="8"/>
                      <a:pt x="6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4" name="Google Shape;854;p71"/>
            <p:cNvGrpSpPr/>
            <p:nvPr/>
          </p:nvGrpSpPr>
          <p:grpSpPr>
            <a:xfrm>
              <a:off x="5917721" y="760073"/>
              <a:ext cx="1267499" cy="3623342"/>
              <a:chOff x="6102291" y="760073"/>
              <a:chExt cx="1267499" cy="3623342"/>
            </a:xfrm>
          </p:grpSpPr>
          <p:sp>
            <p:nvSpPr>
              <p:cNvPr id="855" name="Google Shape;855;p71"/>
              <p:cNvSpPr/>
              <p:nvPr/>
            </p:nvSpPr>
            <p:spPr>
              <a:xfrm>
                <a:off x="6554437" y="4327496"/>
                <a:ext cx="386427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525" extrusionOk="0">
                    <a:moveTo>
                      <a:pt x="1" y="1"/>
                    </a:moveTo>
                    <a:lnTo>
                      <a:pt x="1" y="525"/>
                    </a:lnTo>
                    <a:lnTo>
                      <a:pt x="3627" y="525"/>
                    </a:lnTo>
                    <a:lnTo>
                      <a:pt x="36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71"/>
              <p:cNvSpPr/>
              <p:nvPr/>
            </p:nvSpPr>
            <p:spPr>
              <a:xfrm>
                <a:off x="6713140" y="1075244"/>
                <a:ext cx="69020" cy="330817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31059" extrusionOk="0">
                    <a:moveTo>
                      <a:pt x="1" y="1"/>
                    </a:moveTo>
                    <a:lnTo>
                      <a:pt x="1" y="31059"/>
                    </a:lnTo>
                    <a:lnTo>
                      <a:pt x="647" y="31059"/>
                    </a:lnTo>
                    <a:lnTo>
                      <a:pt x="64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71"/>
              <p:cNvSpPr/>
              <p:nvPr/>
            </p:nvSpPr>
            <p:spPr>
              <a:xfrm>
                <a:off x="6713140" y="1748509"/>
                <a:ext cx="69020" cy="22474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110" extrusionOk="0">
                    <a:moveTo>
                      <a:pt x="1" y="0"/>
                    </a:moveTo>
                    <a:lnTo>
                      <a:pt x="1" y="2109"/>
                    </a:lnTo>
                    <a:lnTo>
                      <a:pt x="647" y="2109"/>
                    </a:ln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71"/>
              <p:cNvSpPr/>
              <p:nvPr/>
            </p:nvSpPr>
            <p:spPr>
              <a:xfrm>
                <a:off x="6102291" y="760073"/>
                <a:ext cx="1267499" cy="1097931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0308" extrusionOk="0">
                    <a:moveTo>
                      <a:pt x="2974" y="0"/>
                    </a:moveTo>
                    <a:lnTo>
                      <a:pt x="1" y="5150"/>
                    </a:lnTo>
                    <a:lnTo>
                      <a:pt x="2974" y="10307"/>
                    </a:lnTo>
                    <a:lnTo>
                      <a:pt x="8927" y="10307"/>
                    </a:lnTo>
                    <a:lnTo>
                      <a:pt x="11900" y="5150"/>
                    </a:lnTo>
                    <a:lnTo>
                      <a:pt x="89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71"/>
              <p:cNvSpPr/>
              <p:nvPr/>
            </p:nvSpPr>
            <p:spPr>
              <a:xfrm>
                <a:off x="6137760" y="790429"/>
                <a:ext cx="1196561" cy="1036367"/>
              </a:xfrm>
              <a:custGeom>
                <a:avLst/>
                <a:gdLst/>
                <a:ahLst/>
                <a:cxnLst/>
                <a:rect l="l" t="t" r="r" b="b"/>
                <a:pathLst>
                  <a:path w="11234" h="9730" extrusionOk="0">
                    <a:moveTo>
                      <a:pt x="8294" y="232"/>
                    </a:moveTo>
                    <a:lnTo>
                      <a:pt x="10975" y="4865"/>
                    </a:lnTo>
                    <a:lnTo>
                      <a:pt x="8294" y="9499"/>
                    </a:lnTo>
                    <a:lnTo>
                      <a:pt x="2940" y="9499"/>
                    </a:lnTo>
                    <a:lnTo>
                      <a:pt x="266" y="4865"/>
                    </a:lnTo>
                    <a:lnTo>
                      <a:pt x="2940" y="232"/>
                    </a:lnTo>
                    <a:close/>
                    <a:moveTo>
                      <a:pt x="2811" y="1"/>
                    </a:moveTo>
                    <a:lnTo>
                      <a:pt x="1" y="4865"/>
                    </a:lnTo>
                    <a:lnTo>
                      <a:pt x="2811" y="9730"/>
                    </a:lnTo>
                    <a:lnTo>
                      <a:pt x="8424" y="9730"/>
                    </a:lnTo>
                    <a:lnTo>
                      <a:pt x="11234" y="4865"/>
                    </a:lnTo>
                    <a:lnTo>
                      <a:pt x="84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71"/>
              <p:cNvSpPr/>
              <p:nvPr/>
            </p:nvSpPr>
            <p:spPr>
              <a:xfrm>
                <a:off x="6305197" y="1162690"/>
                <a:ext cx="165307" cy="264151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2480" extrusionOk="0">
                    <a:moveTo>
                      <a:pt x="754" y="1"/>
                    </a:moveTo>
                    <a:cubicBezTo>
                      <a:pt x="569" y="1"/>
                      <a:pt x="387" y="62"/>
                      <a:pt x="239" y="173"/>
                    </a:cubicBezTo>
                    <a:cubicBezTo>
                      <a:pt x="89" y="289"/>
                      <a:pt x="14" y="465"/>
                      <a:pt x="21" y="642"/>
                    </a:cubicBezTo>
                    <a:cubicBezTo>
                      <a:pt x="14" y="792"/>
                      <a:pt x="62" y="942"/>
                      <a:pt x="157" y="1057"/>
                    </a:cubicBezTo>
                    <a:cubicBezTo>
                      <a:pt x="286" y="1200"/>
                      <a:pt x="443" y="1302"/>
                      <a:pt x="620" y="1363"/>
                    </a:cubicBezTo>
                    <a:cubicBezTo>
                      <a:pt x="776" y="1418"/>
                      <a:pt x="919" y="1493"/>
                      <a:pt x="1048" y="1588"/>
                    </a:cubicBezTo>
                    <a:cubicBezTo>
                      <a:pt x="1116" y="1642"/>
                      <a:pt x="1150" y="1731"/>
                      <a:pt x="1150" y="1819"/>
                    </a:cubicBezTo>
                    <a:cubicBezTo>
                      <a:pt x="1157" y="1908"/>
                      <a:pt x="1116" y="2003"/>
                      <a:pt x="1041" y="2057"/>
                    </a:cubicBezTo>
                    <a:cubicBezTo>
                      <a:pt x="950" y="2119"/>
                      <a:pt x="841" y="2147"/>
                      <a:pt x="731" y="2147"/>
                    </a:cubicBezTo>
                    <a:cubicBezTo>
                      <a:pt x="719" y="2147"/>
                      <a:pt x="707" y="2147"/>
                      <a:pt x="695" y="2146"/>
                    </a:cubicBezTo>
                    <a:cubicBezTo>
                      <a:pt x="579" y="2146"/>
                      <a:pt x="463" y="2125"/>
                      <a:pt x="348" y="2098"/>
                    </a:cubicBezTo>
                    <a:cubicBezTo>
                      <a:pt x="225" y="2071"/>
                      <a:pt x="109" y="2030"/>
                      <a:pt x="1" y="1976"/>
                    </a:cubicBezTo>
                    <a:lnTo>
                      <a:pt x="1" y="2350"/>
                    </a:lnTo>
                    <a:cubicBezTo>
                      <a:pt x="196" y="2438"/>
                      <a:pt x="404" y="2480"/>
                      <a:pt x="618" y="2480"/>
                    </a:cubicBezTo>
                    <a:cubicBezTo>
                      <a:pt x="634" y="2480"/>
                      <a:pt x="651" y="2480"/>
                      <a:pt x="667" y="2479"/>
                    </a:cubicBezTo>
                    <a:cubicBezTo>
                      <a:pt x="939" y="2479"/>
                      <a:pt x="1157" y="2418"/>
                      <a:pt x="1314" y="2296"/>
                    </a:cubicBezTo>
                    <a:cubicBezTo>
                      <a:pt x="1463" y="2173"/>
                      <a:pt x="1552" y="1983"/>
                      <a:pt x="1545" y="1792"/>
                    </a:cubicBezTo>
                    <a:cubicBezTo>
                      <a:pt x="1545" y="1690"/>
                      <a:pt x="1525" y="1595"/>
                      <a:pt x="1491" y="1506"/>
                    </a:cubicBezTo>
                    <a:cubicBezTo>
                      <a:pt x="1443" y="1425"/>
                      <a:pt x="1382" y="1350"/>
                      <a:pt x="1307" y="1289"/>
                    </a:cubicBezTo>
                    <a:cubicBezTo>
                      <a:pt x="1184" y="1207"/>
                      <a:pt x="1055" y="1139"/>
                      <a:pt x="919" y="1085"/>
                    </a:cubicBezTo>
                    <a:cubicBezTo>
                      <a:pt x="803" y="1044"/>
                      <a:pt x="695" y="989"/>
                      <a:pt x="592" y="928"/>
                    </a:cubicBezTo>
                    <a:cubicBezTo>
                      <a:pt x="538" y="894"/>
                      <a:pt x="497" y="853"/>
                      <a:pt x="463" y="799"/>
                    </a:cubicBezTo>
                    <a:cubicBezTo>
                      <a:pt x="436" y="751"/>
                      <a:pt x="422" y="697"/>
                      <a:pt x="422" y="642"/>
                    </a:cubicBezTo>
                    <a:cubicBezTo>
                      <a:pt x="416" y="554"/>
                      <a:pt x="456" y="472"/>
                      <a:pt x="518" y="418"/>
                    </a:cubicBezTo>
                    <a:cubicBezTo>
                      <a:pt x="597" y="363"/>
                      <a:pt x="688" y="335"/>
                      <a:pt x="780" y="335"/>
                    </a:cubicBezTo>
                    <a:cubicBezTo>
                      <a:pt x="790" y="335"/>
                      <a:pt x="800" y="335"/>
                      <a:pt x="810" y="336"/>
                    </a:cubicBezTo>
                    <a:cubicBezTo>
                      <a:pt x="1007" y="343"/>
                      <a:pt x="1205" y="391"/>
                      <a:pt x="1382" y="472"/>
                    </a:cubicBezTo>
                    <a:lnTo>
                      <a:pt x="1504" y="152"/>
                    </a:lnTo>
                    <a:cubicBezTo>
                      <a:pt x="1286" y="57"/>
                      <a:pt x="1048" y="3"/>
                      <a:pt x="810" y="3"/>
                    </a:cubicBezTo>
                    <a:cubicBezTo>
                      <a:pt x="791" y="2"/>
                      <a:pt x="773" y="1"/>
                      <a:pt x="7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71"/>
              <p:cNvSpPr/>
              <p:nvPr/>
            </p:nvSpPr>
            <p:spPr>
              <a:xfrm>
                <a:off x="6490742" y="1165779"/>
                <a:ext cx="192788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2417" extrusionOk="0">
                    <a:moveTo>
                      <a:pt x="0" y="1"/>
                    </a:moveTo>
                    <a:lnTo>
                      <a:pt x="0" y="341"/>
                    </a:lnTo>
                    <a:lnTo>
                      <a:pt x="708" y="341"/>
                    </a:lnTo>
                    <a:lnTo>
                      <a:pt x="708" y="2416"/>
                    </a:lnTo>
                    <a:lnTo>
                      <a:pt x="1102" y="2416"/>
                    </a:lnTo>
                    <a:lnTo>
                      <a:pt x="1102" y="341"/>
                    </a:lnTo>
                    <a:lnTo>
                      <a:pt x="1810" y="341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71"/>
              <p:cNvSpPr/>
              <p:nvPr/>
            </p:nvSpPr>
            <p:spPr>
              <a:xfrm>
                <a:off x="6710264" y="1162158"/>
                <a:ext cx="241464" cy="264684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2485" extrusionOk="0">
                    <a:moveTo>
                      <a:pt x="1093" y="333"/>
                    </a:moveTo>
                    <a:cubicBezTo>
                      <a:pt x="1108" y="333"/>
                      <a:pt x="1122" y="333"/>
                      <a:pt x="1137" y="334"/>
                    </a:cubicBezTo>
                    <a:cubicBezTo>
                      <a:pt x="1151" y="333"/>
                      <a:pt x="1164" y="333"/>
                      <a:pt x="1178" y="333"/>
                    </a:cubicBezTo>
                    <a:cubicBezTo>
                      <a:pt x="1367" y="333"/>
                      <a:pt x="1547" y="420"/>
                      <a:pt x="1668" y="566"/>
                    </a:cubicBezTo>
                    <a:cubicBezTo>
                      <a:pt x="1783" y="709"/>
                      <a:pt x="1845" y="933"/>
                      <a:pt x="1845" y="1239"/>
                    </a:cubicBezTo>
                    <a:cubicBezTo>
                      <a:pt x="1845" y="1539"/>
                      <a:pt x="1783" y="1770"/>
                      <a:pt x="1668" y="1920"/>
                    </a:cubicBezTo>
                    <a:cubicBezTo>
                      <a:pt x="1521" y="2073"/>
                      <a:pt x="1327" y="2149"/>
                      <a:pt x="1134" y="2149"/>
                    </a:cubicBezTo>
                    <a:cubicBezTo>
                      <a:pt x="940" y="2149"/>
                      <a:pt x="746" y="2073"/>
                      <a:pt x="599" y="1920"/>
                    </a:cubicBezTo>
                    <a:cubicBezTo>
                      <a:pt x="477" y="1763"/>
                      <a:pt x="423" y="1539"/>
                      <a:pt x="423" y="1246"/>
                    </a:cubicBezTo>
                    <a:cubicBezTo>
                      <a:pt x="423" y="947"/>
                      <a:pt x="484" y="722"/>
                      <a:pt x="599" y="566"/>
                    </a:cubicBezTo>
                    <a:cubicBezTo>
                      <a:pt x="726" y="414"/>
                      <a:pt x="905" y="333"/>
                      <a:pt x="1093" y="333"/>
                    </a:cubicBezTo>
                    <a:close/>
                    <a:moveTo>
                      <a:pt x="1137" y="1"/>
                    </a:moveTo>
                    <a:cubicBezTo>
                      <a:pt x="776" y="1"/>
                      <a:pt x="491" y="110"/>
                      <a:pt x="293" y="321"/>
                    </a:cubicBezTo>
                    <a:cubicBezTo>
                      <a:pt x="96" y="538"/>
                      <a:pt x="1" y="845"/>
                      <a:pt x="1" y="1239"/>
                    </a:cubicBezTo>
                    <a:cubicBezTo>
                      <a:pt x="1" y="1641"/>
                      <a:pt x="96" y="1947"/>
                      <a:pt x="293" y="2164"/>
                    </a:cubicBezTo>
                    <a:cubicBezTo>
                      <a:pt x="491" y="2375"/>
                      <a:pt x="770" y="2484"/>
                      <a:pt x="1137" y="2484"/>
                    </a:cubicBezTo>
                    <a:cubicBezTo>
                      <a:pt x="1491" y="2484"/>
                      <a:pt x="1770" y="2375"/>
                      <a:pt x="1967" y="2158"/>
                    </a:cubicBezTo>
                    <a:cubicBezTo>
                      <a:pt x="2164" y="1940"/>
                      <a:pt x="2260" y="1634"/>
                      <a:pt x="2260" y="1246"/>
                    </a:cubicBezTo>
                    <a:cubicBezTo>
                      <a:pt x="2266" y="845"/>
                      <a:pt x="2164" y="545"/>
                      <a:pt x="1967" y="328"/>
                    </a:cubicBezTo>
                    <a:cubicBezTo>
                      <a:pt x="1770" y="110"/>
                      <a:pt x="1498" y="1"/>
                      <a:pt x="11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71"/>
              <p:cNvSpPr/>
              <p:nvPr/>
            </p:nvSpPr>
            <p:spPr>
              <a:xfrm>
                <a:off x="7005943" y="1165779"/>
                <a:ext cx="171911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417" extrusionOk="0">
                    <a:moveTo>
                      <a:pt x="733" y="331"/>
                    </a:moveTo>
                    <a:cubicBezTo>
                      <a:pt x="850" y="331"/>
                      <a:pt x="970" y="366"/>
                      <a:pt x="1069" y="436"/>
                    </a:cubicBezTo>
                    <a:cubicBezTo>
                      <a:pt x="1157" y="511"/>
                      <a:pt x="1205" y="627"/>
                      <a:pt x="1198" y="743"/>
                    </a:cubicBezTo>
                    <a:cubicBezTo>
                      <a:pt x="1205" y="872"/>
                      <a:pt x="1157" y="994"/>
                      <a:pt x="1055" y="1076"/>
                    </a:cubicBezTo>
                    <a:cubicBezTo>
                      <a:pt x="960" y="1144"/>
                      <a:pt x="810" y="1178"/>
                      <a:pt x="613" y="1178"/>
                    </a:cubicBezTo>
                    <a:lnTo>
                      <a:pt x="402" y="1178"/>
                    </a:lnTo>
                    <a:lnTo>
                      <a:pt x="402" y="334"/>
                    </a:lnTo>
                    <a:lnTo>
                      <a:pt x="674" y="334"/>
                    </a:lnTo>
                    <a:cubicBezTo>
                      <a:pt x="694" y="332"/>
                      <a:pt x="713" y="331"/>
                      <a:pt x="733" y="331"/>
                    </a:cubicBezTo>
                    <a:close/>
                    <a:moveTo>
                      <a:pt x="1" y="1"/>
                    </a:moveTo>
                    <a:lnTo>
                      <a:pt x="1" y="2416"/>
                    </a:lnTo>
                    <a:lnTo>
                      <a:pt x="395" y="2416"/>
                    </a:lnTo>
                    <a:lnTo>
                      <a:pt x="395" y="1511"/>
                    </a:lnTo>
                    <a:lnTo>
                      <a:pt x="647" y="1511"/>
                    </a:lnTo>
                    <a:cubicBezTo>
                      <a:pt x="953" y="1511"/>
                      <a:pt x="1191" y="1443"/>
                      <a:pt x="1355" y="1314"/>
                    </a:cubicBezTo>
                    <a:cubicBezTo>
                      <a:pt x="1525" y="1171"/>
                      <a:pt x="1613" y="953"/>
                      <a:pt x="1599" y="736"/>
                    </a:cubicBezTo>
                    <a:cubicBezTo>
                      <a:pt x="1613" y="525"/>
                      <a:pt x="1531" y="321"/>
                      <a:pt x="1375" y="185"/>
                    </a:cubicBezTo>
                    <a:cubicBezTo>
                      <a:pt x="1225" y="62"/>
                      <a:pt x="994" y="1"/>
                      <a:pt x="6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64" name="Google Shape;864;p71"/>
          <p:cNvSpPr/>
          <p:nvPr/>
        </p:nvSpPr>
        <p:spPr>
          <a:xfrm>
            <a:off x="5916175" y="3223000"/>
            <a:ext cx="183000" cy="1584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71"/>
          <p:cNvSpPr txBox="1">
            <a:spLocks noGrp="1"/>
          </p:cNvSpPr>
          <p:nvPr>
            <p:ph type="title" idx="2"/>
          </p:nvPr>
        </p:nvSpPr>
        <p:spPr>
          <a:xfrm>
            <a:off x="2649150" y="946224"/>
            <a:ext cx="1148400" cy="114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66" name="Google Shape;866;p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Solutions</a:t>
            </a:r>
            <a:endParaRPr/>
          </a:p>
        </p:txBody>
      </p:sp>
      <p:sp>
        <p:nvSpPr>
          <p:cNvPr id="872" name="Google Shape;872;p72"/>
          <p:cNvSpPr txBox="1"/>
          <p:nvPr/>
        </p:nvSpPr>
        <p:spPr>
          <a:xfrm>
            <a:off x="466725" y="1174900"/>
            <a:ext cx="812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Research addresses these three areas largely in isolation: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3" name="Google Shape;873;p72"/>
          <p:cNvSpPr/>
          <p:nvPr/>
        </p:nvSpPr>
        <p:spPr>
          <a:xfrm>
            <a:off x="577875" y="2016200"/>
            <a:ext cx="1873200" cy="22647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698525" y="2174200"/>
            <a:ext cx="1590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Adaptive Signal Control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5" name="Google Shape;875;p72"/>
          <p:cNvSpPr txBox="1"/>
          <p:nvPr/>
        </p:nvSpPr>
        <p:spPr>
          <a:xfrm>
            <a:off x="577875" y="2846500"/>
            <a:ext cx="18732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Genders &amp; Razavi (2016) – DQN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Wei et al. (2018) – IntelliLight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Nguyen et al. (2025) – T-REX,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RL robustness under incidents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AlSaqabi (2026) – PPO, IoT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6" name="Google Shape;876;p72"/>
          <p:cNvSpPr/>
          <p:nvPr/>
        </p:nvSpPr>
        <p:spPr>
          <a:xfrm>
            <a:off x="2616225" y="2016200"/>
            <a:ext cx="1873200" cy="22647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7" name="Google Shape;877;p72"/>
          <p:cNvSpPr txBox="1"/>
          <p:nvPr/>
        </p:nvSpPr>
        <p:spPr>
          <a:xfrm>
            <a:off x="2736875" y="2174200"/>
            <a:ext cx="1590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Forecasting &amp; Detection</a:t>
            </a:r>
            <a:endParaRPr sz="11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8" name="Google Shape;878;p72"/>
          <p:cNvSpPr txBox="1"/>
          <p:nvPr/>
        </p:nvSpPr>
        <p:spPr>
          <a:xfrm>
            <a:off x="2616225" y="2846500"/>
            <a:ext cx="18732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Li et al. (2018) – DCRNN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(origin of METR-LA / PEMS-BAY)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Peddiraju et al. (2024) –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IncidentNet, 98% at 81.4% sparsity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Duan et al. (2025) – HGNN + CPLE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9" name="Google Shape;879;p72"/>
          <p:cNvSpPr/>
          <p:nvPr/>
        </p:nvSpPr>
        <p:spPr>
          <a:xfrm>
            <a:off x="4654575" y="2016200"/>
            <a:ext cx="1873200" cy="22647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0" name="Google Shape;880;p72"/>
          <p:cNvSpPr txBox="1"/>
          <p:nvPr/>
        </p:nvSpPr>
        <p:spPr>
          <a:xfrm>
            <a:off x="4775225" y="2174200"/>
            <a:ext cx="15906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Edge–Cloud Offloading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1" name="Google Shape;881;p72"/>
          <p:cNvSpPr txBox="1"/>
          <p:nvPr/>
        </p:nvSpPr>
        <p:spPr>
          <a:xfrm>
            <a:off x="4654575" y="2846500"/>
            <a:ext cx="1873200" cy="14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Shi et al. (2016) – edge survey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Behera et al. (2024) – confidence-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based hierarchical inference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Moothedath et al. (2026) – AAAI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Saha &amp; Debroy (2026) – CCGrid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2" name="Google Shape;882;p72"/>
          <p:cNvSpPr/>
          <p:nvPr/>
        </p:nvSpPr>
        <p:spPr>
          <a:xfrm>
            <a:off x="6692925" y="2016200"/>
            <a:ext cx="1873200" cy="22647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3" name="Google Shape;883;p72"/>
          <p:cNvSpPr txBox="1"/>
          <p:nvPr/>
        </p:nvSpPr>
        <p:spPr>
          <a:xfrm>
            <a:off x="6813575" y="2174200"/>
            <a:ext cx="1590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Surveys &amp; Reviews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4" name="Google Shape;884;p72"/>
          <p:cNvSpPr txBox="1"/>
          <p:nvPr/>
        </p:nvSpPr>
        <p:spPr>
          <a:xfrm>
            <a:off x="6692925" y="2846500"/>
            <a:ext cx="18732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Xiao, H. et al. (2026) – RL-TSC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survey (AI Review)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Xiao, F. et al. (2025) – RL-TSC review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Ngo et al. (2025) – edge inference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review (Electronics)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5" name="Google Shape;885;p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Solutions (Contd…)</a:t>
            </a:r>
            <a:endParaRPr/>
          </a:p>
        </p:txBody>
      </p:sp>
      <p:sp>
        <p:nvSpPr>
          <p:cNvPr id="892" name="Google Shape;892;p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aphicFrame>
        <p:nvGraphicFramePr>
          <p:cNvPr id="893" name="Google Shape;893;p73"/>
          <p:cNvGraphicFramePr/>
          <p:nvPr/>
        </p:nvGraphicFramePr>
        <p:xfrm>
          <a:off x="385750" y="1222525"/>
          <a:ext cx="8372475" cy="3631350"/>
        </p:xfrm>
        <a:graphic>
          <a:graphicData uri="http://schemas.openxmlformats.org/drawingml/2006/table">
            <a:tbl>
              <a:tblPr>
                <a:noFill/>
                <a:tableStyleId>{D3B52F6E-F9A0-4382-9046-FA5A0E3777DA}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Study (year)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Focus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 / testbed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Resource or deployment aware?</a:t>
                      </a:r>
                      <a:endParaRPr sz="1000" b="1" dirty="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Genders &amp; Razavi (2016)</a:t>
                      </a:r>
                      <a:b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Wei et al. (2018) – IntelliLight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Foundational RL signal control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SUMO; real + simulated intersection data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Nguyen et al. (2025) – T-REX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Robustness of RL signal control under incidents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SUMO; synthetic and real networks with rerouting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(robustness studied, computational cost is not)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Xiao, F. et al. (2025) – review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Advances in RL for traffic signal control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N/A (review)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Names the gap: "limited analysis from an engineering implementation standpoint"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Xiao, H. et al. (2026) – survey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RL-based traffic signal control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N/A (survey)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Lists computational cost, sim-to-real and real-time scalability as open problems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AlSaqabi (2026)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RL signal control for IoT-enabled intersections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SUMO; real signalised intersection, Kuwait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(despite the IoT framing: offline training, no latency, memory or power figures)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>
          <a:extLst>
            <a:ext uri="{FF2B5EF4-FFF2-40B4-BE49-F238E27FC236}">
              <a16:creationId xmlns:a16="http://schemas.microsoft.com/office/drawing/2014/main" id="{0FF17580-B199-111B-9883-E8711436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3">
            <a:extLst>
              <a:ext uri="{FF2B5EF4-FFF2-40B4-BE49-F238E27FC236}">
                <a16:creationId xmlns:a16="http://schemas.microsoft.com/office/drawing/2014/main" id="{695EF6AF-59A0-8521-B74C-0C91DB762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Solutions (Contd…)</a:t>
            </a:r>
            <a:endParaRPr/>
          </a:p>
        </p:txBody>
      </p:sp>
      <p:sp>
        <p:nvSpPr>
          <p:cNvPr id="892" name="Google Shape;892;p73">
            <a:extLst>
              <a:ext uri="{FF2B5EF4-FFF2-40B4-BE49-F238E27FC236}">
                <a16:creationId xmlns:a16="http://schemas.microsoft.com/office/drawing/2014/main" id="{B54E5C1E-60FF-8A7A-C8C8-2C6633996C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4FC5CD-D20A-000F-8E1A-28B32A891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01118"/>
              </p:ext>
            </p:extLst>
          </p:nvPr>
        </p:nvGraphicFramePr>
        <p:xfrm>
          <a:off x="255468" y="1139040"/>
          <a:ext cx="8633013" cy="3758477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936377">
                  <a:extLst>
                    <a:ext uri="{9D8B030D-6E8A-4147-A177-3AD203B41FA5}">
                      <a16:colId xmlns:a16="http://schemas.microsoft.com/office/drawing/2014/main" val="337877133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2563001951"/>
                    </a:ext>
                  </a:extLst>
                </a:gridCol>
                <a:gridCol w="1039906">
                  <a:extLst>
                    <a:ext uri="{9D8B030D-6E8A-4147-A177-3AD203B41FA5}">
                      <a16:colId xmlns:a16="http://schemas.microsoft.com/office/drawing/2014/main" val="108340327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948802643"/>
                    </a:ext>
                  </a:extLst>
                </a:gridCol>
                <a:gridCol w="995083">
                  <a:extLst>
                    <a:ext uri="{9D8B030D-6E8A-4147-A177-3AD203B41FA5}">
                      <a16:colId xmlns:a16="http://schemas.microsoft.com/office/drawing/2014/main" val="2788872494"/>
                    </a:ext>
                  </a:extLst>
                </a:gridCol>
                <a:gridCol w="1075764">
                  <a:extLst>
                    <a:ext uri="{9D8B030D-6E8A-4147-A177-3AD203B41FA5}">
                      <a16:colId xmlns:a16="http://schemas.microsoft.com/office/drawing/2014/main" val="49136241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0916068"/>
                    </a:ext>
                  </a:extLst>
                </a:gridCol>
                <a:gridCol w="986119">
                  <a:extLst>
                    <a:ext uri="{9D8B030D-6E8A-4147-A177-3AD203B41FA5}">
                      <a16:colId xmlns:a16="http://schemas.microsoft.com/office/drawing/2014/main" val="3143510298"/>
                    </a:ext>
                  </a:extLst>
                </a:gridCol>
              </a:tblGrid>
              <a:tr h="4920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Work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Adaptive Control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Anomaly Detection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Multi-Tier (Edge/Cloud)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Resource-Constraint Aware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Confidence-Aware Offloading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Real-World Data Validation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Reproducible / Open Framework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2379622892"/>
                  </a:ext>
                </a:extLst>
              </a:tr>
              <a:tr h="196805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Genders &amp; Razavi (2016)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✗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1591415922"/>
                  </a:ext>
                </a:extLst>
              </a:tr>
              <a:tr h="295207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Wei et al. (2018) - </a:t>
                      </a:r>
                      <a:r>
                        <a:rPr lang="en-US" sz="1000" dirty="0" err="1">
                          <a:effectLst/>
                        </a:rPr>
                        <a:t>IntelliLight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3054678920"/>
                  </a:ext>
                </a:extLst>
              </a:tr>
              <a:tr h="196805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Li et al. (2018) - DCRNN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2049185750"/>
                  </a:ext>
                </a:extLst>
              </a:tr>
              <a:tr h="196805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Shi et al. (2016) - survey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2129374974"/>
                  </a:ext>
                </a:extLst>
              </a:tr>
              <a:tr h="302177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Peddiraju et al. (2024) - IncidentNet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447052293"/>
                  </a:ext>
                </a:extLst>
              </a:tr>
              <a:tr h="393609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Behera et al. (2024) - Hierarchical Inference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✗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✓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2490991223"/>
                  </a:ext>
                </a:extLst>
              </a:tr>
              <a:tr h="295207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Nguyen et al. (2025) - T-REX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2478018510"/>
                  </a:ext>
                </a:extLst>
              </a:tr>
              <a:tr h="196805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Ngo et al. (2025) - review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1755505731"/>
                  </a:ext>
                </a:extLst>
              </a:tr>
              <a:tr h="196805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Duan et al. (2025)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3152523388"/>
                  </a:ext>
                </a:extLst>
              </a:tr>
              <a:tr h="196805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AlSaqabi (2026)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1042229073"/>
                  </a:ext>
                </a:extLst>
              </a:tr>
              <a:tr h="302177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Moothedath et al. (2026) - AAAI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3467903669"/>
                  </a:ext>
                </a:extLst>
              </a:tr>
              <a:tr h="295207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Saha &amp; Debroy (2026) - CCGrid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✓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✗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●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2581689382"/>
                  </a:ext>
                </a:extLst>
              </a:tr>
              <a:tr h="196805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Proposed Framework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✓</a:t>
                      </a:r>
                      <a:endParaRPr lang="en-US" sz="10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✓</a:t>
                      </a:r>
                      <a:endParaRPr lang="en-US" sz="10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778" marR="36778" marT="0" marB="0"/>
                </a:tc>
                <a:extLst>
                  <a:ext uri="{0D108BD9-81ED-4DB2-BD59-A6C34878D82A}">
                    <a16:rowId xmlns:a16="http://schemas.microsoft.com/office/drawing/2014/main" val="131416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091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4"/>
          <p:cNvSpPr txBox="1">
            <a:spLocks noGrp="1"/>
          </p:cNvSpPr>
          <p:nvPr>
            <p:ph type="title"/>
          </p:nvPr>
        </p:nvSpPr>
        <p:spPr>
          <a:xfrm>
            <a:off x="571650" y="2301900"/>
            <a:ext cx="5303400" cy="19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 &amp; Methodology</a:t>
            </a:r>
            <a:endParaRPr/>
          </a:p>
        </p:txBody>
      </p:sp>
      <p:cxnSp>
        <p:nvCxnSpPr>
          <p:cNvPr id="899" name="Google Shape;899;p74"/>
          <p:cNvCxnSpPr/>
          <p:nvPr/>
        </p:nvCxnSpPr>
        <p:spPr>
          <a:xfrm>
            <a:off x="2308950" y="4508704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00" name="Google Shape;900;p74"/>
          <p:cNvSpPr/>
          <p:nvPr/>
        </p:nvSpPr>
        <p:spPr>
          <a:xfrm>
            <a:off x="2528375" y="825196"/>
            <a:ext cx="1389900" cy="1389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01" name="Google Shape;901;p74"/>
          <p:cNvGrpSpPr/>
          <p:nvPr/>
        </p:nvGrpSpPr>
        <p:grpSpPr>
          <a:xfrm>
            <a:off x="4137732" y="642200"/>
            <a:ext cx="708593" cy="811750"/>
            <a:chOff x="4137732" y="642200"/>
            <a:chExt cx="708593" cy="811750"/>
          </a:xfrm>
        </p:grpSpPr>
        <p:sp>
          <p:nvSpPr>
            <p:cNvPr id="902" name="Google Shape;902;p74"/>
            <p:cNvSpPr/>
            <p:nvPr/>
          </p:nvSpPr>
          <p:spPr>
            <a:xfrm>
              <a:off x="4389125" y="127095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3" name="Google Shape;903;p74"/>
            <p:cNvGrpSpPr/>
            <p:nvPr/>
          </p:nvGrpSpPr>
          <p:grpSpPr>
            <a:xfrm>
              <a:off x="4137732" y="825497"/>
              <a:ext cx="182878" cy="182886"/>
              <a:chOff x="769861" y="772165"/>
              <a:chExt cx="148500" cy="149100"/>
            </a:xfrm>
          </p:grpSpPr>
          <p:sp>
            <p:nvSpPr>
              <p:cNvPr id="904" name="Google Shape;904;p74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74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06" name="Google Shape;906;p74"/>
            <p:cNvSpPr/>
            <p:nvPr/>
          </p:nvSpPr>
          <p:spPr>
            <a:xfrm>
              <a:off x="4663325" y="64220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74"/>
          <p:cNvGrpSpPr/>
          <p:nvPr/>
        </p:nvGrpSpPr>
        <p:grpSpPr>
          <a:xfrm>
            <a:off x="1018025" y="3815500"/>
            <a:ext cx="472700" cy="565775"/>
            <a:chOff x="713225" y="3815500"/>
            <a:chExt cx="472700" cy="565775"/>
          </a:xfrm>
        </p:grpSpPr>
        <p:sp>
          <p:nvSpPr>
            <p:cNvPr id="908" name="Google Shape;908;p74"/>
            <p:cNvSpPr/>
            <p:nvPr/>
          </p:nvSpPr>
          <p:spPr>
            <a:xfrm>
              <a:off x="713225" y="381550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74"/>
            <p:cNvSpPr/>
            <p:nvPr/>
          </p:nvSpPr>
          <p:spPr>
            <a:xfrm>
              <a:off x="1002925" y="419827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74"/>
          <p:cNvGrpSpPr/>
          <p:nvPr/>
        </p:nvGrpSpPr>
        <p:grpSpPr>
          <a:xfrm>
            <a:off x="5916168" y="760073"/>
            <a:ext cx="2743187" cy="3665683"/>
            <a:chOff x="5916168" y="760073"/>
            <a:chExt cx="2743187" cy="3665683"/>
          </a:xfrm>
        </p:grpSpPr>
        <p:sp>
          <p:nvSpPr>
            <p:cNvPr id="911" name="Google Shape;911;p74"/>
            <p:cNvSpPr/>
            <p:nvPr/>
          </p:nvSpPr>
          <p:spPr>
            <a:xfrm>
              <a:off x="5916168" y="1349000"/>
              <a:ext cx="2743187" cy="1555985"/>
            </a:xfrm>
            <a:custGeom>
              <a:avLst/>
              <a:gdLst/>
              <a:ahLst/>
              <a:cxnLst/>
              <a:rect l="l" t="t" r="r" b="b"/>
              <a:pathLst>
                <a:path w="18316" h="10199" extrusionOk="0">
                  <a:moveTo>
                    <a:pt x="10467" y="0"/>
                  </a:moveTo>
                  <a:cubicBezTo>
                    <a:pt x="7754" y="0"/>
                    <a:pt x="7172" y="1787"/>
                    <a:pt x="5375" y="2090"/>
                  </a:cubicBezTo>
                  <a:cubicBezTo>
                    <a:pt x="3334" y="2430"/>
                    <a:pt x="0" y="1675"/>
                    <a:pt x="123" y="4607"/>
                  </a:cubicBezTo>
                  <a:cubicBezTo>
                    <a:pt x="226" y="6955"/>
                    <a:pt x="3127" y="10198"/>
                    <a:pt x="7766" y="10198"/>
                  </a:cubicBezTo>
                  <a:cubicBezTo>
                    <a:pt x="8919" y="10198"/>
                    <a:pt x="10180" y="9998"/>
                    <a:pt x="11533" y="9533"/>
                  </a:cubicBezTo>
                  <a:cubicBezTo>
                    <a:pt x="18316" y="7192"/>
                    <a:pt x="15309" y="443"/>
                    <a:pt x="11152" y="35"/>
                  </a:cubicBezTo>
                  <a:cubicBezTo>
                    <a:pt x="10909" y="11"/>
                    <a:pt x="10681" y="0"/>
                    <a:pt x="10467" y="0"/>
                  </a:cubicBezTo>
                  <a:close/>
                </a:path>
              </a:pathLst>
            </a:cu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74"/>
            <p:cNvSpPr/>
            <p:nvPr/>
          </p:nvSpPr>
          <p:spPr>
            <a:xfrm>
              <a:off x="5917730" y="4334256"/>
              <a:ext cx="23286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3" name="Google Shape;913;p74"/>
            <p:cNvGrpSpPr/>
            <p:nvPr/>
          </p:nvGrpSpPr>
          <p:grpSpPr>
            <a:xfrm>
              <a:off x="7108851" y="1194112"/>
              <a:ext cx="1080037" cy="3189091"/>
              <a:chOff x="7293420" y="1194112"/>
              <a:chExt cx="1080037" cy="3189091"/>
            </a:xfrm>
          </p:grpSpPr>
          <p:sp>
            <p:nvSpPr>
              <p:cNvPr id="914" name="Google Shape;914;p74"/>
              <p:cNvSpPr/>
              <p:nvPr/>
            </p:nvSpPr>
            <p:spPr>
              <a:xfrm>
                <a:off x="7519014" y="3415430"/>
                <a:ext cx="237842" cy="884693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8306" extrusionOk="0">
                    <a:moveTo>
                      <a:pt x="2093" y="1"/>
                    </a:moveTo>
                    <a:cubicBezTo>
                      <a:pt x="1295" y="1"/>
                      <a:pt x="947" y="411"/>
                      <a:pt x="155" y="411"/>
                    </a:cubicBezTo>
                    <a:cubicBezTo>
                      <a:pt x="105" y="411"/>
                      <a:pt x="54" y="410"/>
                      <a:pt x="1" y="406"/>
                    </a:cubicBezTo>
                    <a:lnTo>
                      <a:pt x="1" y="406"/>
                    </a:lnTo>
                    <a:cubicBezTo>
                      <a:pt x="1" y="406"/>
                      <a:pt x="606" y="7890"/>
                      <a:pt x="545" y="8190"/>
                    </a:cubicBezTo>
                    <a:lnTo>
                      <a:pt x="1450" y="8305"/>
                    </a:lnTo>
                    <a:cubicBezTo>
                      <a:pt x="1497" y="7734"/>
                      <a:pt x="2232" y="5"/>
                      <a:pt x="2232" y="5"/>
                    </a:cubicBezTo>
                    <a:cubicBezTo>
                      <a:pt x="2184" y="2"/>
                      <a:pt x="2138" y="1"/>
                      <a:pt x="2093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74"/>
              <p:cNvSpPr/>
              <p:nvPr/>
            </p:nvSpPr>
            <p:spPr>
              <a:xfrm>
                <a:off x="7937821" y="3255767"/>
                <a:ext cx="235712" cy="1024011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614" extrusionOk="0">
                    <a:moveTo>
                      <a:pt x="2090" y="0"/>
                    </a:moveTo>
                    <a:lnTo>
                      <a:pt x="2090" y="0"/>
                    </a:lnTo>
                    <a:cubicBezTo>
                      <a:pt x="1389" y="171"/>
                      <a:pt x="300" y="279"/>
                      <a:pt x="1" y="354"/>
                    </a:cubicBezTo>
                    <a:lnTo>
                      <a:pt x="695" y="9519"/>
                    </a:lnTo>
                    <a:lnTo>
                      <a:pt x="1736" y="9614"/>
                    </a:lnTo>
                    <a:cubicBezTo>
                      <a:pt x="1736" y="9614"/>
                      <a:pt x="2212" y="694"/>
                      <a:pt x="2090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74"/>
              <p:cNvSpPr/>
              <p:nvPr/>
            </p:nvSpPr>
            <p:spPr>
              <a:xfrm>
                <a:off x="7458834" y="2637569"/>
                <a:ext cx="767529" cy="1484997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13942" extrusionOk="0">
                    <a:moveTo>
                      <a:pt x="763" y="1"/>
                    </a:moveTo>
                    <a:cubicBezTo>
                      <a:pt x="763" y="1"/>
                      <a:pt x="532" y="743"/>
                      <a:pt x="443" y="2022"/>
                    </a:cubicBezTo>
                    <a:cubicBezTo>
                      <a:pt x="355" y="3144"/>
                      <a:pt x="151" y="8601"/>
                      <a:pt x="89" y="10268"/>
                    </a:cubicBezTo>
                    <a:cubicBezTo>
                      <a:pt x="1" y="12397"/>
                      <a:pt x="89" y="13669"/>
                      <a:pt x="89" y="13669"/>
                    </a:cubicBezTo>
                    <a:cubicBezTo>
                      <a:pt x="753" y="13855"/>
                      <a:pt x="1257" y="13941"/>
                      <a:pt x="1786" y="13941"/>
                    </a:cubicBezTo>
                    <a:cubicBezTo>
                      <a:pt x="2266" y="13941"/>
                      <a:pt x="2766" y="13870"/>
                      <a:pt x="3423" y="13737"/>
                    </a:cubicBezTo>
                    <a:cubicBezTo>
                      <a:pt x="3321" y="12043"/>
                      <a:pt x="3505" y="5696"/>
                      <a:pt x="3505" y="5696"/>
                    </a:cubicBezTo>
                    <a:lnTo>
                      <a:pt x="3933" y="13744"/>
                    </a:lnTo>
                    <a:cubicBezTo>
                      <a:pt x="4381" y="13823"/>
                      <a:pt x="4824" y="13866"/>
                      <a:pt x="5261" y="13866"/>
                    </a:cubicBezTo>
                    <a:cubicBezTo>
                      <a:pt x="5922" y="13866"/>
                      <a:pt x="6571" y="13768"/>
                      <a:pt x="7206" y="13547"/>
                    </a:cubicBezTo>
                    <a:cubicBezTo>
                      <a:pt x="7206" y="13547"/>
                      <a:pt x="7029" y="4015"/>
                      <a:pt x="6906" y="2614"/>
                    </a:cubicBezTo>
                    <a:cubicBezTo>
                      <a:pt x="6784" y="1192"/>
                      <a:pt x="6668" y="151"/>
                      <a:pt x="6668" y="151"/>
                    </a:cubicBez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74"/>
              <p:cNvSpPr/>
              <p:nvPr/>
            </p:nvSpPr>
            <p:spPr>
              <a:xfrm>
                <a:off x="7424111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1886" y="0"/>
                    </a:moveTo>
                    <a:cubicBezTo>
                      <a:pt x="1677" y="0"/>
                      <a:pt x="1463" y="33"/>
                      <a:pt x="1381" y="104"/>
                    </a:cubicBezTo>
                    <a:cubicBezTo>
                      <a:pt x="1245" y="227"/>
                      <a:pt x="1102" y="336"/>
                      <a:pt x="953" y="431"/>
                    </a:cubicBezTo>
                    <a:cubicBezTo>
                      <a:pt x="823" y="512"/>
                      <a:pt x="374" y="669"/>
                      <a:pt x="191" y="839"/>
                    </a:cubicBezTo>
                    <a:cubicBezTo>
                      <a:pt x="7" y="1016"/>
                      <a:pt x="0" y="1268"/>
                      <a:pt x="123" y="1376"/>
                    </a:cubicBezTo>
                    <a:cubicBezTo>
                      <a:pt x="178" y="1423"/>
                      <a:pt x="300" y="1436"/>
                      <a:pt x="470" y="1436"/>
                    </a:cubicBezTo>
                    <a:cubicBezTo>
                      <a:pt x="674" y="1436"/>
                      <a:pt x="947" y="1417"/>
                      <a:pt x="1259" y="1417"/>
                    </a:cubicBezTo>
                    <a:cubicBezTo>
                      <a:pt x="1654" y="1411"/>
                      <a:pt x="2055" y="1376"/>
                      <a:pt x="2450" y="1329"/>
                    </a:cubicBezTo>
                    <a:cubicBezTo>
                      <a:pt x="2599" y="1288"/>
                      <a:pt x="2586" y="1077"/>
                      <a:pt x="2572" y="961"/>
                    </a:cubicBezTo>
                    <a:cubicBezTo>
                      <a:pt x="2572" y="757"/>
                      <a:pt x="2552" y="560"/>
                      <a:pt x="2511" y="363"/>
                    </a:cubicBezTo>
                    <a:cubicBezTo>
                      <a:pt x="2484" y="254"/>
                      <a:pt x="2429" y="165"/>
                      <a:pt x="2354" y="91"/>
                    </a:cubicBezTo>
                    <a:cubicBezTo>
                      <a:pt x="2296" y="33"/>
                      <a:pt x="2094" y="0"/>
                      <a:pt x="18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74"/>
              <p:cNvSpPr/>
              <p:nvPr/>
            </p:nvSpPr>
            <p:spPr>
              <a:xfrm>
                <a:off x="7993633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710" y="0"/>
                    </a:moveTo>
                    <a:cubicBezTo>
                      <a:pt x="501" y="0"/>
                      <a:pt x="297" y="33"/>
                      <a:pt x="239" y="91"/>
                    </a:cubicBezTo>
                    <a:cubicBezTo>
                      <a:pt x="164" y="165"/>
                      <a:pt x="110" y="261"/>
                      <a:pt x="83" y="363"/>
                    </a:cubicBezTo>
                    <a:cubicBezTo>
                      <a:pt x="48" y="560"/>
                      <a:pt x="28" y="757"/>
                      <a:pt x="28" y="961"/>
                    </a:cubicBezTo>
                    <a:cubicBezTo>
                      <a:pt x="14" y="1077"/>
                      <a:pt x="1" y="1288"/>
                      <a:pt x="151" y="1329"/>
                    </a:cubicBezTo>
                    <a:cubicBezTo>
                      <a:pt x="545" y="1376"/>
                      <a:pt x="940" y="1411"/>
                      <a:pt x="1341" y="1417"/>
                    </a:cubicBezTo>
                    <a:cubicBezTo>
                      <a:pt x="1649" y="1417"/>
                      <a:pt x="1923" y="1436"/>
                      <a:pt x="2128" y="1436"/>
                    </a:cubicBezTo>
                    <a:cubicBezTo>
                      <a:pt x="2299" y="1436"/>
                      <a:pt x="2422" y="1423"/>
                      <a:pt x="2477" y="1376"/>
                    </a:cubicBezTo>
                    <a:cubicBezTo>
                      <a:pt x="2600" y="1268"/>
                      <a:pt x="2593" y="1016"/>
                      <a:pt x="2403" y="839"/>
                    </a:cubicBezTo>
                    <a:cubicBezTo>
                      <a:pt x="2219" y="669"/>
                      <a:pt x="1770" y="512"/>
                      <a:pt x="1647" y="431"/>
                    </a:cubicBezTo>
                    <a:cubicBezTo>
                      <a:pt x="1491" y="336"/>
                      <a:pt x="1348" y="227"/>
                      <a:pt x="1212" y="104"/>
                    </a:cubicBezTo>
                    <a:cubicBezTo>
                      <a:pt x="1134" y="33"/>
                      <a:pt x="919" y="0"/>
                      <a:pt x="7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74"/>
              <p:cNvSpPr/>
              <p:nvPr/>
            </p:nvSpPr>
            <p:spPr>
              <a:xfrm>
                <a:off x="8081293" y="2860713"/>
                <a:ext cx="109601" cy="137188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288" extrusionOk="0">
                    <a:moveTo>
                      <a:pt x="45" y="1"/>
                    </a:moveTo>
                    <a:cubicBezTo>
                      <a:pt x="23" y="1"/>
                      <a:pt x="0" y="19"/>
                      <a:pt x="8" y="49"/>
                    </a:cubicBezTo>
                    <a:cubicBezTo>
                      <a:pt x="15" y="76"/>
                      <a:pt x="137" y="695"/>
                      <a:pt x="960" y="1281"/>
                    </a:cubicBezTo>
                    <a:cubicBezTo>
                      <a:pt x="967" y="1281"/>
                      <a:pt x="974" y="1287"/>
                      <a:pt x="988" y="1287"/>
                    </a:cubicBezTo>
                    <a:cubicBezTo>
                      <a:pt x="994" y="1287"/>
                      <a:pt x="1008" y="1281"/>
                      <a:pt x="1015" y="1267"/>
                    </a:cubicBezTo>
                    <a:cubicBezTo>
                      <a:pt x="1028" y="1247"/>
                      <a:pt x="1022" y="1226"/>
                      <a:pt x="1008" y="1213"/>
                    </a:cubicBezTo>
                    <a:cubicBezTo>
                      <a:pt x="212" y="655"/>
                      <a:pt x="83" y="42"/>
                      <a:pt x="83" y="35"/>
                    </a:cubicBezTo>
                    <a:cubicBezTo>
                      <a:pt x="80" y="12"/>
                      <a:pt x="62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74"/>
              <p:cNvSpPr/>
              <p:nvPr/>
            </p:nvSpPr>
            <p:spPr>
              <a:xfrm>
                <a:off x="7498031" y="2837812"/>
                <a:ext cx="111306" cy="176704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1659" extrusionOk="0">
                    <a:moveTo>
                      <a:pt x="1003" y="1"/>
                    </a:moveTo>
                    <a:cubicBezTo>
                      <a:pt x="986" y="1"/>
                      <a:pt x="969" y="11"/>
                      <a:pt x="966" y="33"/>
                    </a:cubicBezTo>
                    <a:cubicBezTo>
                      <a:pt x="823" y="638"/>
                      <a:pt x="490" y="1183"/>
                      <a:pt x="14" y="1591"/>
                    </a:cubicBezTo>
                    <a:cubicBezTo>
                      <a:pt x="0" y="1604"/>
                      <a:pt x="0" y="1625"/>
                      <a:pt x="14" y="1645"/>
                    </a:cubicBezTo>
                    <a:cubicBezTo>
                      <a:pt x="21" y="1652"/>
                      <a:pt x="34" y="1659"/>
                      <a:pt x="41" y="1659"/>
                    </a:cubicBezTo>
                    <a:cubicBezTo>
                      <a:pt x="55" y="1659"/>
                      <a:pt x="61" y="1652"/>
                      <a:pt x="75" y="1645"/>
                    </a:cubicBezTo>
                    <a:cubicBezTo>
                      <a:pt x="558" y="1230"/>
                      <a:pt x="898" y="672"/>
                      <a:pt x="1041" y="46"/>
                    </a:cubicBezTo>
                    <a:cubicBezTo>
                      <a:pt x="1045" y="16"/>
                      <a:pt x="1024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74"/>
              <p:cNvSpPr/>
              <p:nvPr/>
            </p:nvSpPr>
            <p:spPr>
              <a:xfrm>
                <a:off x="7503037" y="1194112"/>
                <a:ext cx="585712" cy="608825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716" extrusionOk="0">
                    <a:moveTo>
                      <a:pt x="2913" y="0"/>
                    </a:moveTo>
                    <a:cubicBezTo>
                      <a:pt x="2137" y="0"/>
                      <a:pt x="1579" y="225"/>
                      <a:pt x="1239" y="497"/>
                    </a:cubicBezTo>
                    <a:cubicBezTo>
                      <a:pt x="913" y="762"/>
                      <a:pt x="654" y="1096"/>
                      <a:pt x="491" y="1483"/>
                    </a:cubicBezTo>
                    <a:cubicBezTo>
                      <a:pt x="327" y="1878"/>
                      <a:pt x="239" y="2300"/>
                      <a:pt x="239" y="2729"/>
                    </a:cubicBezTo>
                    <a:cubicBezTo>
                      <a:pt x="239" y="3116"/>
                      <a:pt x="293" y="3334"/>
                      <a:pt x="246" y="3627"/>
                    </a:cubicBezTo>
                    <a:cubicBezTo>
                      <a:pt x="219" y="3797"/>
                      <a:pt x="151" y="3960"/>
                      <a:pt x="117" y="4130"/>
                    </a:cubicBezTo>
                    <a:cubicBezTo>
                      <a:pt x="1" y="4620"/>
                      <a:pt x="151" y="5123"/>
                      <a:pt x="293" y="5606"/>
                    </a:cubicBezTo>
                    <a:cubicBezTo>
                      <a:pt x="634" y="5670"/>
                      <a:pt x="1061" y="5715"/>
                      <a:pt x="1467" y="5715"/>
                    </a:cubicBezTo>
                    <a:cubicBezTo>
                      <a:pt x="1711" y="5715"/>
                      <a:pt x="1947" y="5699"/>
                      <a:pt x="2151" y="5661"/>
                    </a:cubicBezTo>
                    <a:lnTo>
                      <a:pt x="5294" y="5661"/>
                    </a:lnTo>
                    <a:cubicBezTo>
                      <a:pt x="5471" y="5491"/>
                      <a:pt x="5498" y="5198"/>
                      <a:pt x="5451" y="4960"/>
                    </a:cubicBezTo>
                    <a:cubicBezTo>
                      <a:pt x="5410" y="4722"/>
                      <a:pt x="5308" y="4497"/>
                      <a:pt x="5274" y="4253"/>
                    </a:cubicBezTo>
                    <a:cubicBezTo>
                      <a:pt x="5192" y="3695"/>
                      <a:pt x="5485" y="3130"/>
                      <a:pt x="5416" y="2572"/>
                    </a:cubicBezTo>
                    <a:cubicBezTo>
                      <a:pt x="5348" y="1994"/>
                      <a:pt x="5117" y="1232"/>
                      <a:pt x="4716" y="824"/>
                    </a:cubicBezTo>
                    <a:cubicBezTo>
                      <a:pt x="4335" y="443"/>
                      <a:pt x="3695" y="0"/>
                      <a:pt x="291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74"/>
              <p:cNvSpPr/>
              <p:nvPr/>
            </p:nvSpPr>
            <p:spPr>
              <a:xfrm>
                <a:off x="7718299" y="1761504"/>
                <a:ext cx="167544" cy="72535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681" extrusionOk="0">
                    <a:moveTo>
                      <a:pt x="1" y="1"/>
                    </a:moveTo>
                    <a:lnTo>
                      <a:pt x="1" y="674"/>
                    </a:lnTo>
                    <a:lnTo>
                      <a:pt x="1572" y="681"/>
                    </a:lnTo>
                    <a:lnTo>
                      <a:pt x="1572" y="1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74"/>
              <p:cNvSpPr/>
              <p:nvPr/>
            </p:nvSpPr>
            <p:spPr>
              <a:xfrm>
                <a:off x="7592933" y="1265794"/>
                <a:ext cx="415292" cy="524042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20" extrusionOk="0">
                    <a:moveTo>
                      <a:pt x="1960" y="1"/>
                    </a:moveTo>
                    <a:cubicBezTo>
                      <a:pt x="1205" y="1"/>
                      <a:pt x="443" y="395"/>
                      <a:pt x="130" y="1123"/>
                    </a:cubicBezTo>
                    <a:cubicBezTo>
                      <a:pt x="0" y="1409"/>
                      <a:pt x="35" y="1695"/>
                      <a:pt x="35" y="2144"/>
                    </a:cubicBezTo>
                    <a:cubicBezTo>
                      <a:pt x="35" y="3505"/>
                      <a:pt x="851" y="4920"/>
                      <a:pt x="1960" y="4920"/>
                    </a:cubicBezTo>
                    <a:cubicBezTo>
                      <a:pt x="3076" y="4920"/>
                      <a:pt x="3885" y="3505"/>
                      <a:pt x="3885" y="2144"/>
                    </a:cubicBezTo>
                    <a:cubicBezTo>
                      <a:pt x="3885" y="1634"/>
                      <a:pt x="3899" y="1205"/>
                      <a:pt x="3695" y="865"/>
                    </a:cubicBezTo>
                    <a:cubicBezTo>
                      <a:pt x="3348" y="307"/>
                      <a:pt x="2627" y="1"/>
                      <a:pt x="19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74"/>
              <p:cNvSpPr/>
              <p:nvPr/>
            </p:nvSpPr>
            <p:spPr>
              <a:xfrm>
                <a:off x="7767933" y="1652009"/>
                <a:ext cx="74878" cy="15018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41" extrusionOk="0">
                    <a:moveTo>
                      <a:pt x="655" y="0"/>
                    </a:moveTo>
                    <a:cubicBezTo>
                      <a:pt x="652" y="0"/>
                      <a:pt x="648" y="1"/>
                      <a:pt x="643" y="1"/>
                    </a:cubicBezTo>
                    <a:cubicBezTo>
                      <a:pt x="562" y="15"/>
                      <a:pt x="473" y="22"/>
                      <a:pt x="392" y="22"/>
                    </a:cubicBezTo>
                    <a:cubicBezTo>
                      <a:pt x="364" y="23"/>
                      <a:pt x="338" y="24"/>
                      <a:pt x="311" y="24"/>
                    </a:cubicBezTo>
                    <a:cubicBezTo>
                      <a:pt x="238" y="24"/>
                      <a:pt x="167" y="18"/>
                      <a:pt x="92" y="8"/>
                    </a:cubicBezTo>
                    <a:cubicBezTo>
                      <a:pt x="75" y="8"/>
                      <a:pt x="57" y="6"/>
                      <a:pt x="42" y="6"/>
                    </a:cubicBezTo>
                    <a:cubicBezTo>
                      <a:pt x="16" y="6"/>
                      <a:pt x="0" y="12"/>
                      <a:pt x="18" y="42"/>
                    </a:cubicBezTo>
                    <a:cubicBezTo>
                      <a:pt x="72" y="90"/>
                      <a:pt x="147" y="124"/>
                      <a:pt x="222" y="130"/>
                    </a:cubicBezTo>
                    <a:cubicBezTo>
                      <a:pt x="262" y="137"/>
                      <a:pt x="305" y="141"/>
                      <a:pt x="348" y="141"/>
                    </a:cubicBezTo>
                    <a:cubicBezTo>
                      <a:pt x="390" y="141"/>
                      <a:pt x="433" y="137"/>
                      <a:pt x="473" y="130"/>
                    </a:cubicBezTo>
                    <a:cubicBezTo>
                      <a:pt x="548" y="124"/>
                      <a:pt x="616" y="90"/>
                      <a:pt x="678" y="49"/>
                    </a:cubicBezTo>
                    <a:cubicBezTo>
                      <a:pt x="702" y="30"/>
                      <a:pt x="693" y="0"/>
                      <a:pt x="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74"/>
              <p:cNvSpPr/>
              <p:nvPr/>
            </p:nvSpPr>
            <p:spPr>
              <a:xfrm>
                <a:off x="7736086" y="1772900"/>
                <a:ext cx="120040" cy="20557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93" extrusionOk="0">
                    <a:moveTo>
                      <a:pt x="47" y="0"/>
                    </a:moveTo>
                    <a:cubicBezTo>
                      <a:pt x="19" y="0"/>
                      <a:pt x="1" y="45"/>
                      <a:pt x="31" y="57"/>
                    </a:cubicBezTo>
                    <a:cubicBezTo>
                      <a:pt x="215" y="145"/>
                      <a:pt x="419" y="193"/>
                      <a:pt x="616" y="193"/>
                    </a:cubicBezTo>
                    <a:cubicBezTo>
                      <a:pt x="786" y="193"/>
                      <a:pt x="949" y="159"/>
                      <a:pt x="1099" y="104"/>
                    </a:cubicBezTo>
                    <a:cubicBezTo>
                      <a:pt x="1119" y="98"/>
                      <a:pt x="1126" y="77"/>
                      <a:pt x="1119" y="64"/>
                    </a:cubicBezTo>
                    <a:cubicBezTo>
                      <a:pt x="1113" y="50"/>
                      <a:pt x="1092" y="43"/>
                      <a:pt x="1079" y="43"/>
                    </a:cubicBezTo>
                    <a:cubicBezTo>
                      <a:pt x="928" y="102"/>
                      <a:pt x="770" y="131"/>
                      <a:pt x="613" y="131"/>
                    </a:cubicBezTo>
                    <a:cubicBezTo>
                      <a:pt x="423" y="131"/>
                      <a:pt x="233" y="88"/>
                      <a:pt x="58" y="2"/>
                    </a:cubicBezTo>
                    <a:cubicBezTo>
                      <a:pt x="54" y="1"/>
                      <a:pt x="51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74"/>
              <p:cNvSpPr/>
              <p:nvPr/>
            </p:nvSpPr>
            <p:spPr>
              <a:xfrm>
                <a:off x="7661527" y="1456558"/>
                <a:ext cx="95329" cy="30676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88" extrusionOk="0">
                    <a:moveTo>
                      <a:pt x="663" y="0"/>
                    </a:moveTo>
                    <a:cubicBezTo>
                      <a:pt x="633" y="0"/>
                      <a:pt x="601" y="2"/>
                      <a:pt x="568" y="6"/>
                    </a:cubicBezTo>
                    <a:cubicBezTo>
                      <a:pt x="397" y="13"/>
                      <a:pt x="241" y="60"/>
                      <a:pt x="105" y="156"/>
                    </a:cubicBezTo>
                    <a:cubicBezTo>
                      <a:pt x="0" y="233"/>
                      <a:pt x="7" y="288"/>
                      <a:pt x="75" y="288"/>
                    </a:cubicBezTo>
                    <a:cubicBezTo>
                      <a:pt x="91" y="288"/>
                      <a:pt x="110" y="285"/>
                      <a:pt x="132" y="278"/>
                    </a:cubicBezTo>
                    <a:cubicBezTo>
                      <a:pt x="268" y="251"/>
                      <a:pt x="404" y="224"/>
                      <a:pt x="547" y="217"/>
                    </a:cubicBezTo>
                    <a:cubicBezTo>
                      <a:pt x="704" y="203"/>
                      <a:pt x="833" y="237"/>
                      <a:pt x="867" y="128"/>
                    </a:cubicBezTo>
                    <a:cubicBezTo>
                      <a:pt x="895" y="39"/>
                      <a:pt x="799" y="0"/>
                      <a:pt x="66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74"/>
              <p:cNvSpPr/>
              <p:nvPr/>
            </p:nvSpPr>
            <p:spPr>
              <a:xfrm>
                <a:off x="7855593" y="1457836"/>
                <a:ext cx="97885" cy="2737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257" extrusionOk="0">
                    <a:moveTo>
                      <a:pt x="366" y="0"/>
                    </a:moveTo>
                    <a:cubicBezTo>
                      <a:pt x="354" y="0"/>
                      <a:pt x="342" y="0"/>
                      <a:pt x="331" y="1"/>
                    </a:cubicBezTo>
                    <a:cubicBezTo>
                      <a:pt x="317" y="0"/>
                      <a:pt x="304" y="0"/>
                      <a:pt x="291" y="0"/>
                    </a:cubicBezTo>
                    <a:cubicBezTo>
                      <a:pt x="121" y="0"/>
                      <a:pt x="0" y="42"/>
                      <a:pt x="38" y="144"/>
                    </a:cubicBezTo>
                    <a:cubicBezTo>
                      <a:pt x="61" y="200"/>
                      <a:pt x="109" y="213"/>
                      <a:pt x="174" y="213"/>
                    </a:cubicBezTo>
                    <a:cubicBezTo>
                      <a:pt x="226" y="213"/>
                      <a:pt x="288" y="205"/>
                      <a:pt x="358" y="205"/>
                    </a:cubicBezTo>
                    <a:cubicBezTo>
                      <a:pt x="501" y="212"/>
                      <a:pt x="637" y="225"/>
                      <a:pt x="780" y="253"/>
                    </a:cubicBezTo>
                    <a:cubicBezTo>
                      <a:pt x="795" y="255"/>
                      <a:pt x="809" y="256"/>
                      <a:pt x="821" y="256"/>
                    </a:cubicBezTo>
                    <a:cubicBezTo>
                      <a:pt x="903" y="256"/>
                      <a:pt x="918" y="200"/>
                      <a:pt x="800" y="123"/>
                    </a:cubicBezTo>
                    <a:cubicBezTo>
                      <a:pt x="668" y="41"/>
                      <a:pt x="517" y="0"/>
                      <a:pt x="366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74"/>
              <p:cNvSpPr/>
              <p:nvPr/>
            </p:nvSpPr>
            <p:spPr>
              <a:xfrm>
                <a:off x="7792431" y="1547733"/>
                <a:ext cx="51659" cy="74026"/>
              </a:xfrm>
              <a:custGeom>
                <a:avLst/>
                <a:gdLst/>
                <a:ahLst/>
                <a:cxnLst/>
                <a:rect l="l" t="t" r="r" b="b"/>
                <a:pathLst>
                  <a:path w="485" h="695" extrusionOk="0">
                    <a:moveTo>
                      <a:pt x="107" y="0"/>
                    </a:moveTo>
                    <a:cubicBezTo>
                      <a:pt x="87" y="0"/>
                      <a:pt x="73" y="7"/>
                      <a:pt x="73" y="28"/>
                    </a:cubicBezTo>
                    <a:cubicBezTo>
                      <a:pt x="73" y="41"/>
                      <a:pt x="87" y="62"/>
                      <a:pt x="101" y="62"/>
                    </a:cubicBezTo>
                    <a:cubicBezTo>
                      <a:pt x="485" y="75"/>
                      <a:pt x="451" y="637"/>
                      <a:pt x="95" y="637"/>
                    </a:cubicBezTo>
                    <a:cubicBezTo>
                      <a:pt x="80" y="637"/>
                      <a:pt x="63" y="636"/>
                      <a:pt x="46" y="633"/>
                    </a:cubicBezTo>
                    <a:cubicBezTo>
                      <a:pt x="44" y="633"/>
                      <a:pt x="42" y="633"/>
                      <a:pt x="40" y="633"/>
                    </a:cubicBezTo>
                    <a:cubicBezTo>
                      <a:pt x="5" y="633"/>
                      <a:pt x="1" y="688"/>
                      <a:pt x="39" y="688"/>
                    </a:cubicBezTo>
                    <a:lnTo>
                      <a:pt x="73" y="688"/>
                    </a:lnTo>
                    <a:lnTo>
                      <a:pt x="80" y="694"/>
                    </a:lnTo>
                    <a:cubicBezTo>
                      <a:pt x="257" y="688"/>
                      <a:pt x="400" y="552"/>
                      <a:pt x="420" y="381"/>
                    </a:cubicBezTo>
                    <a:cubicBezTo>
                      <a:pt x="434" y="191"/>
                      <a:pt x="298" y="21"/>
                      <a:pt x="1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74"/>
              <p:cNvSpPr/>
              <p:nvPr/>
            </p:nvSpPr>
            <p:spPr>
              <a:xfrm>
                <a:off x="7872635" y="1499909"/>
                <a:ext cx="26948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70" extrusionOk="0">
                    <a:moveTo>
                      <a:pt x="130" y="0"/>
                    </a:moveTo>
                    <a:cubicBezTo>
                      <a:pt x="55" y="0"/>
                      <a:pt x="1" y="102"/>
                      <a:pt x="1" y="232"/>
                    </a:cubicBezTo>
                    <a:cubicBezTo>
                      <a:pt x="1" y="361"/>
                      <a:pt x="55" y="470"/>
                      <a:pt x="130" y="470"/>
                    </a:cubicBezTo>
                    <a:cubicBezTo>
                      <a:pt x="198" y="470"/>
                      <a:pt x="252" y="361"/>
                      <a:pt x="252" y="232"/>
                    </a:cubicBezTo>
                    <a:cubicBezTo>
                      <a:pt x="252" y="102"/>
                      <a:pt x="198" y="0"/>
                      <a:pt x="1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74"/>
              <p:cNvSpPr/>
              <p:nvPr/>
            </p:nvSpPr>
            <p:spPr>
              <a:xfrm>
                <a:off x="7716168" y="1499909"/>
                <a:ext cx="26841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2" h="470" extrusionOk="0">
                    <a:moveTo>
                      <a:pt x="129" y="0"/>
                    </a:moveTo>
                    <a:cubicBezTo>
                      <a:pt x="55" y="0"/>
                      <a:pt x="0" y="102"/>
                      <a:pt x="0" y="232"/>
                    </a:cubicBezTo>
                    <a:cubicBezTo>
                      <a:pt x="0" y="361"/>
                      <a:pt x="61" y="470"/>
                      <a:pt x="129" y="470"/>
                    </a:cubicBezTo>
                    <a:cubicBezTo>
                      <a:pt x="197" y="470"/>
                      <a:pt x="252" y="361"/>
                      <a:pt x="252" y="232"/>
                    </a:cubicBezTo>
                    <a:cubicBezTo>
                      <a:pt x="252" y="102"/>
                      <a:pt x="197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74"/>
              <p:cNvSpPr/>
              <p:nvPr/>
            </p:nvSpPr>
            <p:spPr>
              <a:xfrm>
                <a:off x="7550861" y="1259297"/>
                <a:ext cx="4711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4423" h="3757" extrusionOk="0">
                    <a:moveTo>
                      <a:pt x="4287" y="2266"/>
                    </a:moveTo>
                    <a:cubicBezTo>
                      <a:pt x="4287" y="2266"/>
                      <a:pt x="4287" y="2266"/>
                      <a:pt x="4287" y="2266"/>
                    </a:cubicBezTo>
                    <a:cubicBezTo>
                      <a:pt x="4287" y="2266"/>
                      <a:pt x="4287" y="2266"/>
                      <a:pt x="4287" y="2266"/>
                    </a:cubicBezTo>
                    <a:close/>
                    <a:moveTo>
                      <a:pt x="2362" y="1"/>
                    </a:moveTo>
                    <a:cubicBezTo>
                      <a:pt x="1756" y="1"/>
                      <a:pt x="892" y="266"/>
                      <a:pt x="525" y="722"/>
                    </a:cubicBezTo>
                    <a:cubicBezTo>
                      <a:pt x="389" y="892"/>
                      <a:pt x="368" y="1164"/>
                      <a:pt x="355" y="1382"/>
                    </a:cubicBezTo>
                    <a:cubicBezTo>
                      <a:pt x="348" y="1552"/>
                      <a:pt x="239" y="1729"/>
                      <a:pt x="185" y="1892"/>
                    </a:cubicBezTo>
                    <a:cubicBezTo>
                      <a:pt x="123" y="2062"/>
                      <a:pt x="83" y="2246"/>
                      <a:pt x="42" y="2423"/>
                    </a:cubicBezTo>
                    <a:cubicBezTo>
                      <a:pt x="21" y="2518"/>
                      <a:pt x="8" y="2613"/>
                      <a:pt x="1" y="2715"/>
                    </a:cubicBezTo>
                    <a:cubicBezTo>
                      <a:pt x="8" y="2824"/>
                      <a:pt x="21" y="2940"/>
                      <a:pt x="49" y="3055"/>
                    </a:cubicBezTo>
                    <a:cubicBezTo>
                      <a:pt x="69" y="3137"/>
                      <a:pt x="96" y="3205"/>
                      <a:pt x="123" y="3280"/>
                    </a:cubicBezTo>
                    <a:cubicBezTo>
                      <a:pt x="151" y="3368"/>
                      <a:pt x="130" y="3470"/>
                      <a:pt x="151" y="3566"/>
                    </a:cubicBezTo>
                    <a:cubicBezTo>
                      <a:pt x="171" y="3668"/>
                      <a:pt x="253" y="3749"/>
                      <a:pt x="361" y="3756"/>
                    </a:cubicBezTo>
                    <a:cubicBezTo>
                      <a:pt x="436" y="3743"/>
                      <a:pt x="498" y="3702"/>
                      <a:pt x="538" y="3634"/>
                    </a:cubicBezTo>
                    <a:cubicBezTo>
                      <a:pt x="688" y="3436"/>
                      <a:pt x="756" y="3185"/>
                      <a:pt x="722" y="2933"/>
                    </a:cubicBezTo>
                    <a:cubicBezTo>
                      <a:pt x="702" y="2804"/>
                      <a:pt x="654" y="2681"/>
                      <a:pt x="620" y="2559"/>
                    </a:cubicBezTo>
                    <a:cubicBezTo>
                      <a:pt x="579" y="2348"/>
                      <a:pt x="566" y="2137"/>
                      <a:pt x="579" y="1926"/>
                    </a:cubicBezTo>
                    <a:cubicBezTo>
                      <a:pt x="593" y="1804"/>
                      <a:pt x="620" y="1681"/>
                      <a:pt x="654" y="1559"/>
                    </a:cubicBezTo>
                    <a:cubicBezTo>
                      <a:pt x="654" y="1559"/>
                      <a:pt x="824" y="1525"/>
                      <a:pt x="1021" y="1484"/>
                    </a:cubicBezTo>
                    <a:cubicBezTo>
                      <a:pt x="1246" y="1436"/>
                      <a:pt x="1709" y="1389"/>
                      <a:pt x="1770" y="1348"/>
                    </a:cubicBezTo>
                    <a:cubicBezTo>
                      <a:pt x="1831" y="1307"/>
                      <a:pt x="1831" y="824"/>
                      <a:pt x="1831" y="824"/>
                    </a:cubicBezTo>
                    <a:cubicBezTo>
                      <a:pt x="1831" y="824"/>
                      <a:pt x="1906" y="1273"/>
                      <a:pt x="1954" y="1314"/>
                    </a:cubicBezTo>
                    <a:cubicBezTo>
                      <a:pt x="1984" y="1345"/>
                      <a:pt x="2112" y="1353"/>
                      <a:pt x="2261" y="1353"/>
                    </a:cubicBezTo>
                    <a:cubicBezTo>
                      <a:pt x="2342" y="1353"/>
                      <a:pt x="2430" y="1350"/>
                      <a:pt x="2511" y="1348"/>
                    </a:cubicBezTo>
                    <a:cubicBezTo>
                      <a:pt x="2550" y="1347"/>
                      <a:pt x="2590" y="1346"/>
                      <a:pt x="2630" y="1346"/>
                    </a:cubicBezTo>
                    <a:cubicBezTo>
                      <a:pt x="2733" y="1346"/>
                      <a:pt x="2840" y="1349"/>
                      <a:pt x="2927" y="1349"/>
                    </a:cubicBezTo>
                    <a:cubicBezTo>
                      <a:pt x="3019" y="1349"/>
                      <a:pt x="3089" y="1346"/>
                      <a:pt x="3110" y="1334"/>
                    </a:cubicBezTo>
                    <a:cubicBezTo>
                      <a:pt x="3158" y="1300"/>
                      <a:pt x="3185" y="1062"/>
                      <a:pt x="3185" y="1062"/>
                    </a:cubicBezTo>
                    <a:cubicBezTo>
                      <a:pt x="3185" y="1062"/>
                      <a:pt x="3226" y="1300"/>
                      <a:pt x="3267" y="1341"/>
                    </a:cubicBezTo>
                    <a:cubicBezTo>
                      <a:pt x="3294" y="1368"/>
                      <a:pt x="3425" y="1380"/>
                      <a:pt x="3541" y="1380"/>
                    </a:cubicBezTo>
                    <a:cubicBezTo>
                      <a:pt x="3629" y="1380"/>
                      <a:pt x="3709" y="1373"/>
                      <a:pt x="3729" y="1361"/>
                    </a:cubicBezTo>
                    <a:cubicBezTo>
                      <a:pt x="3770" y="1334"/>
                      <a:pt x="3811" y="1001"/>
                      <a:pt x="3811" y="1001"/>
                    </a:cubicBezTo>
                    <a:cubicBezTo>
                      <a:pt x="3811" y="1001"/>
                      <a:pt x="3947" y="1484"/>
                      <a:pt x="3981" y="1627"/>
                    </a:cubicBezTo>
                    <a:cubicBezTo>
                      <a:pt x="4015" y="1776"/>
                      <a:pt x="4110" y="2103"/>
                      <a:pt x="4287" y="2266"/>
                    </a:cubicBezTo>
                    <a:lnTo>
                      <a:pt x="4287" y="2266"/>
                    </a:lnTo>
                    <a:cubicBezTo>
                      <a:pt x="4282" y="2255"/>
                      <a:pt x="4422" y="959"/>
                      <a:pt x="4253" y="722"/>
                    </a:cubicBezTo>
                    <a:cubicBezTo>
                      <a:pt x="3886" y="218"/>
                      <a:pt x="2994" y="1"/>
                      <a:pt x="2362" y="1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74"/>
              <p:cNvSpPr/>
              <p:nvPr/>
            </p:nvSpPr>
            <p:spPr>
              <a:xfrm>
                <a:off x="7946555" y="1500974"/>
                <a:ext cx="108110" cy="115034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080" extrusionOk="0">
                    <a:moveTo>
                      <a:pt x="558" y="0"/>
                    </a:moveTo>
                    <a:cubicBezTo>
                      <a:pt x="360" y="0"/>
                      <a:pt x="164" y="164"/>
                      <a:pt x="89" y="405"/>
                    </a:cubicBezTo>
                    <a:cubicBezTo>
                      <a:pt x="1" y="698"/>
                      <a:pt x="109" y="991"/>
                      <a:pt x="341" y="1065"/>
                    </a:cubicBezTo>
                    <a:cubicBezTo>
                      <a:pt x="375" y="1075"/>
                      <a:pt x="410" y="1080"/>
                      <a:pt x="445" y="1080"/>
                    </a:cubicBezTo>
                    <a:cubicBezTo>
                      <a:pt x="649" y="1080"/>
                      <a:pt x="844" y="915"/>
                      <a:pt x="926" y="671"/>
                    </a:cubicBezTo>
                    <a:cubicBezTo>
                      <a:pt x="1014" y="378"/>
                      <a:pt x="906" y="86"/>
                      <a:pt x="667" y="18"/>
                    </a:cubicBezTo>
                    <a:cubicBezTo>
                      <a:pt x="631" y="6"/>
                      <a:pt x="595" y="0"/>
                      <a:pt x="558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74"/>
              <p:cNvSpPr/>
              <p:nvPr/>
            </p:nvSpPr>
            <p:spPr>
              <a:xfrm>
                <a:off x="7579193" y="1626446"/>
                <a:ext cx="42072" cy="6049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68" extrusionOk="0">
                    <a:moveTo>
                      <a:pt x="356" y="0"/>
                    </a:moveTo>
                    <a:cubicBezTo>
                      <a:pt x="345" y="0"/>
                      <a:pt x="332" y="8"/>
                      <a:pt x="327" y="23"/>
                    </a:cubicBezTo>
                    <a:cubicBezTo>
                      <a:pt x="245" y="200"/>
                      <a:pt x="143" y="364"/>
                      <a:pt x="14" y="513"/>
                    </a:cubicBezTo>
                    <a:cubicBezTo>
                      <a:pt x="0" y="527"/>
                      <a:pt x="0" y="547"/>
                      <a:pt x="14" y="561"/>
                    </a:cubicBezTo>
                    <a:cubicBezTo>
                      <a:pt x="21" y="568"/>
                      <a:pt x="27" y="568"/>
                      <a:pt x="34" y="568"/>
                    </a:cubicBezTo>
                    <a:cubicBezTo>
                      <a:pt x="48" y="568"/>
                      <a:pt x="61" y="568"/>
                      <a:pt x="68" y="554"/>
                    </a:cubicBezTo>
                    <a:cubicBezTo>
                      <a:pt x="198" y="404"/>
                      <a:pt x="306" y="228"/>
                      <a:pt x="388" y="44"/>
                    </a:cubicBezTo>
                    <a:cubicBezTo>
                      <a:pt x="395" y="30"/>
                      <a:pt x="381" y="10"/>
                      <a:pt x="368" y="3"/>
                    </a:cubicBezTo>
                    <a:cubicBezTo>
                      <a:pt x="364" y="1"/>
                      <a:pt x="360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74"/>
              <p:cNvSpPr/>
              <p:nvPr/>
            </p:nvSpPr>
            <p:spPr>
              <a:xfrm>
                <a:off x="8014723" y="1675974"/>
                <a:ext cx="17468" cy="8201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770" extrusionOk="0">
                    <a:moveTo>
                      <a:pt x="27" y="1"/>
                    </a:moveTo>
                    <a:cubicBezTo>
                      <a:pt x="14" y="7"/>
                      <a:pt x="0" y="28"/>
                      <a:pt x="0" y="42"/>
                    </a:cubicBezTo>
                    <a:cubicBezTo>
                      <a:pt x="55" y="280"/>
                      <a:pt x="95" y="491"/>
                      <a:pt x="34" y="729"/>
                    </a:cubicBezTo>
                    <a:cubicBezTo>
                      <a:pt x="34" y="749"/>
                      <a:pt x="41" y="763"/>
                      <a:pt x="61" y="769"/>
                    </a:cubicBezTo>
                    <a:lnTo>
                      <a:pt x="68" y="769"/>
                    </a:lnTo>
                    <a:cubicBezTo>
                      <a:pt x="82" y="769"/>
                      <a:pt x="95" y="763"/>
                      <a:pt x="102" y="749"/>
                    </a:cubicBezTo>
                    <a:cubicBezTo>
                      <a:pt x="163" y="491"/>
                      <a:pt x="116" y="266"/>
                      <a:pt x="68" y="28"/>
                    </a:cubicBezTo>
                    <a:cubicBezTo>
                      <a:pt x="61" y="14"/>
                      <a:pt x="48" y="1"/>
                      <a:pt x="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74"/>
              <p:cNvSpPr/>
              <p:nvPr/>
            </p:nvSpPr>
            <p:spPr>
              <a:xfrm>
                <a:off x="7884245" y="1291144"/>
                <a:ext cx="10225" cy="70405"/>
              </a:xfrm>
              <a:custGeom>
                <a:avLst/>
                <a:gdLst/>
                <a:ahLst/>
                <a:cxnLst/>
                <a:rect l="l" t="t" r="r" b="b"/>
                <a:pathLst>
                  <a:path w="96" h="661" extrusionOk="0">
                    <a:moveTo>
                      <a:pt x="32" y="1"/>
                    </a:moveTo>
                    <a:cubicBezTo>
                      <a:pt x="16" y="1"/>
                      <a:pt x="1" y="13"/>
                      <a:pt x="1" y="35"/>
                    </a:cubicBezTo>
                    <a:cubicBezTo>
                      <a:pt x="21" y="232"/>
                      <a:pt x="28" y="430"/>
                      <a:pt x="28" y="627"/>
                    </a:cubicBezTo>
                    <a:cubicBezTo>
                      <a:pt x="28" y="647"/>
                      <a:pt x="41" y="661"/>
                      <a:pt x="62" y="661"/>
                    </a:cubicBezTo>
                    <a:cubicBezTo>
                      <a:pt x="82" y="661"/>
                      <a:pt x="96" y="647"/>
                      <a:pt x="96" y="627"/>
                    </a:cubicBezTo>
                    <a:cubicBezTo>
                      <a:pt x="96" y="430"/>
                      <a:pt x="82" y="226"/>
                      <a:pt x="62" y="28"/>
                    </a:cubicBezTo>
                    <a:cubicBezTo>
                      <a:pt x="59" y="9"/>
                      <a:pt x="45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74"/>
              <p:cNvSpPr/>
              <p:nvPr/>
            </p:nvSpPr>
            <p:spPr>
              <a:xfrm>
                <a:off x="7627017" y="1263877"/>
                <a:ext cx="64760" cy="7818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734" extrusionOk="0">
                    <a:moveTo>
                      <a:pt x="562" y="1"/>
                    </a:moveTo>
                    <a:cubicBezTo>
                      <a:pt x="557" y="1"/>
                      <a:pt x="551" y="2"/>
                      <a:pt x="545" y="5"/>
                    </a:cubicBezTo>
                    <a:cubicBezTo>
                      <a:pt x="286" y="155"/>
                      <a:pt x="89" y="400"/>
                      <a:pt x="7" y="692"/>
                    </a:cubicBezTo>
                    <a:cubicBezTo>
                      <a:pt x="0" y="706"/>
                      <a:pt x="14" y="726"/>
                      <a:pt x="27" y="733"/>
                    </a:cubicBezTo>
                    <a:lnTo>
                      <a:pt x="41" y="733"/>
                    </a:lnTo>
                    <a:cubicBezTo>
                      <a:pt x="48" y="733"/>
                      <a:pt x="61" y="720"/>
                      <a:pt x="68" y="713"/>
                    </a:cubicBezTo>
                    <a:cubicBezTo>
                      <a:pt x="150" y="441"/>
                      <a:pt x="334" y="209"/>
                      <a:pt x="579" y="60"/>
                    </a:cubicBezTo>
                    <a:cubicBezTo>
                      <a:pt x="607" y="42"/>
                      <a:pt x="592" y="1"/>
                      <a:pt x="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74"/>
              <p:cNvSpPr/>
              <p:nvPr/>
            </p:nvSpPr>
            <p:spPr>
              <a:xfrm>
                <a:off x="7769744" y="1210195"/>
                <a:ext cx="28545" cy="5357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503" extrusionOk="0">
                    <a:moveTo>
                      <a:pt x="223" y="0"/>
                    </a:moveTo>
                    <a:cubicBezTo>
                      <a:pt x="217" y="0"/>
                      <a:pt x="211" y="2"/>
                      <a:pt x="205" y="6"/>
                    </a:cubicBezTo>
                    <a:cubicBezTo>
                      <a:pt x="198" y="13"/>
                      <a:pt x="62" y="121"/>
                      <a:pt x="1" y="462"/>
                    </a:cubicBezTo>
                    <a:cubicBezTo>
                      <a:pt x="1" y="482"/>
                      <a:pt x="14" y="496"/>
                      <a:pt x="28" y="502"/>
                    </a:cubicBezTo>
                    <a:lnTo>
                      <a:pt x="35" y="502"/>
                    </a:lnTo>
                    <a:cubicBezTo>
                      <a:pt x="48" y="502"/>
                      <a:pt x="62" y="489"/>
                      <a:pt x="69" y="475"/>
                    </a:cubicBezTo>
                    <a:cubicBezTo>
                      <a:pt x="123" y="162"/>
                      <a:pt x="245" y="53"/>
                      <a:pt x="245" y="53"/>
                    </a:cubicBezTo>
                    <a:cubicBezTo>
                      <a:pt x="268" y="31"/>
                      <a:pt x="24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74"/>
              <p:cNvSpPr/>
              <p:nvPr/>
            </p:nvSpPr>
            <p:spPr>
              <a:xfrm>
                <a:off x="7784230" y="1252054"/>
                <a:ext cx="12462" cy="3994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75" extrusionOk="0">
                    <a:moveTo>
                      <a:pt x="89" y="1"/>
                    </a:moveTo>
                    <a:cubicBezTo>
                      <a:pt x="69" y="1"/>
                      <a:pt x="48" y="7"/>
                      <a:pt x="48" y="28"/>
                    </a:cubicBezTo>
                    <a:cubicBezTo>
                      <a:pt x="21" y="130"/>
                      <a:pt x="7" y="232"/>
                      <a:pt x="1" y="341"/>
                    </a:cubicBezTo>
                    <a:cubicBezTo>
                      <a:pt x="1" y="361"/>
                      <a:pt x="14" y="375"/>
                      <a:pt x="28" y="375"/>
                    </a:cubicBezTo>
                    <a:cubicBezTo>
                      <a:pt x="48" y="375"/>
                      <a:pt x="62" y="361"/>
                      <a:pt x="62" y="341"/>
                    </a:cubicBezTo>
                    <a:cubicBezTo>
                      <a:pt x="69" y="239"/>
                      <a:pt x="89" y="137"/>
                      <a:pt x="109" y="41"/>
                    </a:cubicBezTo>
                    <a:cubicBezTo>
                      <a:pt x="116" y="21"/>
                      <a:pt x="103" y="7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74"/>
              <p:cNvSpPr/>
              <p:nvPr/>
            </p:nvSpPr>
            <p:spPr>
              <a:xfrm>
                <a:off x="7997255" y="1383917"/>
                <a:ext cx="53043" cy="9362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879" extrusionOk="0">
                    <a:moveTo>
                      <a:pt x="28" y="1"/>
                    </a:moveTo>
                    <a:cubicBezTo>
                      <a:pt x="14" y="8"/>
                      <a:pt x="1" y="21"/>
                      <a:pt x="1" y="42"/>
                    </a:cubicBezTo>
                    <a:cubicBezTo>
                      <a:pt x="69" y="348"/>
                      <a:pt x="219" y="634"/>
                      <a:pt x="436" y="865"/>
                    </a:cubicBezTo>
                    <a:cubicBezTo>
                      <a:pt x="443" y="872"/>
                      <a:pt x="457" y="879"/>
                      <a:pt x="464" y="879"/>
                    </a:cubicBezTo>
                    <a:cubicBezTo>
                      <a:pt x="470" y="879"/>
                      <a:pt x="477" y="872"/>
                      <a:pt x="484" y="865"/>
                    </a:cubicBezTo>
                    <a:cubicBezTo>
                      <a:pt x="498" y="851"/>
                      <a:pt x="498" y="831"/>
                      <a:pt x="484" y="817"/>
                    </a:cubicBezTo>
                    <a:cubicBezTo>
                      <a:pt x="280" y="600"/>
                      <a:pt x="130" y="327"/>
                      <a:pt x="69" y="28"/>
                    </a:cubicBezTo>
                    <a:cubicBezTo>
                      <a:pt x="62" y="14"/>
                      <a:pt x="49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74"/>
              <p:cNvSpPr/>
              <p:nvPr/>
            </p:nvSpPr>
            <p:spPr>
              <a:xfrm>
                <a:off x="7690073" y="1833293"/>
                <a:ext cx="259464" cy="184160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729" extrusionOk="0">
                    <a:moveTo>
                      <a:pt x="266" y="0"/>
                    </a:moveTo>
                    <a:lnTo>
                      <a:pt x="0" y="75"/>
                    </a:lnTo>
                    <a:lnTo>
                      <a:pt x="334" y="1728"/>
                    </a:lnTo>
                    <a:lnTo>
                      <a:pt x="1402" y="1708"/>
                    </a:lnTo>
                    <a:lnTo>
                      <a:pt x="2436" y="490"/>
                    </a:lnTo>
                    <a:lnTo>
                      <a:pt x="2109" y="61"/>
                    </a:lnTo>
                    <a:lnTo>
                      <a:pt x="1837" y="7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74"/>
              <p:cNvSpPr/>
              <p:nvPr/>
            </p:nvSpPr>
            <p:spPr>
              <a:xfrm>
                <a:off x="7293420" y="2002009"/>
                <a:ext cx="297809" cy="48899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4591" extrusionOk="0">
                    <a:moveTo>
                      <a:pt x="2176" y="1"/>
                    </a:moveTo>
                    <a:cubicBezTo>
                      <a:pt x="2018" y="1"/>
                      <a:pt x="1840" y="91"/>
                      <a:pt x="1669" y="301"/>
                    </a:cubicBezTo>
                    <a:cubicBezTo>
                      <a:pt x="1118" y="981"/>
                      <a:pt x="561" y="2648"/>
                      <a:pt x="234" y="3478"/>
                    </a:cubicBezTo>
                    <a:cubicBezTo>
                      <a:pt x="1" y="4059"/>
                      <a:pt x="394" y="4590"/>
                      <a:pt x="878" y="4590"/>
                    </a:cubicBezTo>
                    <a:cubicBezTo>
                      <a:pt x="1085" y="4590"/>
                      <a:pt x="1308" y="4493"/>
                      <a:pt x="1506" y="4260"/>
                    </a:cubicBezTo>
                    <a:cubicBezTo>
                      <a:pt x="2166" y="3485"/>
                      <a:pt x="2445" y="1859"/>
                      <a:pt x="2649" y="1035"/>
                    </a:cubicBezTo>
                    <a:cubicBezTo>
                      <a:pt x="2796" y="464"/>
                      <a:pt x="2535" y="1"/>
                      <a:pt x="2176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74"/>
              <p:cNvSpPr/>
              <p:nvPr/>
            </p:nvSpPr>
            <p:spPr>
              <a:xfrm>
                <a:off x="7319729" y="1841175"/>
                <a:ext cx="370450" cy="535651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5029" extrusionOk="0">
                    <a:moveTo>
                      <a:pt x="3477" y="1"/>
                    </a:moveTo>
                    <a:lnTo>
                      <a:pt x="3477" y="1"/>
                    </a:lnTo>
                    <a:cubicBezTo>
                      <a:pt x="3477" y="1"/>
                      <a:pt x="2157" y="171"/>
                      <a:pt x="1654" y="538"/>
                    </a:cubicBezTo>
                    <a:cubicBezTo>
                      <a:pt x="1239" y="838"/>
                      <a:pt x="1" y="3811"/>
                      <a:pt x="1" y="3811"/>
                    </a:cubicBezTo>
                    <a:cubicBezTo>
                      <a:pt x="1" y="3811"/>
                      <a:pt x="1041" y="4879"/>
                      <a:pt x="2062" y="5029"/>
                    </a:cubicBezTo>
                    <a:lnTo>
                      <a:pt x="3287" y="3205"/>
                    </a:lnTo>
                    <a:lnTo>
                      <a:pt x="347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74"/>
              <p:cNvSpPr/>
              <p:nvPr/>
            </p:nvSpPr>
            <p:spPr>
              <a:xfrm>
                <a:off x="7472681" y="1839790"/>
                <a:ext cx="742073" cy="1007395"/>
              </a:xfrm>
              <a:custGeom>
                <a:avLst/>
                <a:gdLst/>
                <a:ahLst/>
                <a:cxnLst/>
                <a:rect l="l" t="t" r="r" b="b"/>
                <a:pathLst>
                  <a:path w="6967" h="9458" extrusionOk="0">
                    <a:moveTo>
                      <a:pt x="4150" y="0"/>
                    </a:moveTo>
                    <a:cubicBezTo>
                      <a:pt x="4150" y="0"/>
                      <a:pt x="3952" y="865"/>
                      <a:pt x="3134" y="865"/>
                    </a:cubicBezTo>
                    <a:cubicBezTo>
                      <a:pt x="3121" y="865"/>
                      <a:pt x="3109" y="865"/>
                      <a:pt x="3096" y="864"/>
                    </a:cubicBezTo>
                    <a:cubicBezTo>
                      <a:pt x="2245" y="837"/>
                      <a:pt x="2041" y="14"/>
                      <a:pt x="2041" y="14"/>
                    </a:cubicBezTo>
                    <a:cubicBezTo>
                      <a:pt x="2041" y="14"/>
                      <a:pt x="1504" y="150"/>
                      <a:pt x="1089" y="1082"/>
                    </a:cubicBezTo>
                    <a:cubicBezTo>
                      <a:pt x="674" y="2007"/>
                      <a:pt x="667" y="3116"/>
                      <a:pt x="592" y="3960"/>
                    </a:cubicBezTo>
                    <a:cubicBezTo>
                      <a:pt x="517" y="4804"/>
                      <a:pt x="0" y="9205"/>
                      <a:pt x="0" y="9205"/>
                    </a:cubicBezTo>
                    <a:cubicBezTo>
                      <a:pt x="1218" y="9362"/>
                      <a:pt x="2449" y="9450"/>
                      <a:pt x="3681" y="9457"/>
                    </a:cubicBezTo>
                    <a:cubicBezTo>
                      <a:pt x="4783" y="9457"/>
                      <a:pt x="5885" y="9348"/>
                      <a:pt x="6967" y="9124"/>
                    </a:cubicBezTo>
                    <a:lnTo>
                      <a:pt x="5776" y="1300"/>
                    </a:lnTo>
                    <a:lnTo>
                      <a:pt x="41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74"/>
              <p:cNvSpPr/>
              <p:nvPr/>
            </p:nvSpPr>
            <p:spPr>
              <a:xfrm>
                <a:off x="8013977" y="1973783"/>
                <a:ext cx="359480" cy="460347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322" extrusionOk="0">
                    <a:moveTo>
                      <a:pt x="1300" y="1"/>
                    </a:moveTo>
                    <a:lnTo>
                      <a:pt x="0" y="987"/>
                    </a:lnTo>
                    <a:cubicBezTo>
                      <a:pt x="0" y="987"/>
                      <a:pt x="1722" y="4001"/>
                      <a:pt x="2212" y="4260"/>
                    </a:cubicBezTo>
                    <a:cubicBezTo>
                      <a:pt x="2291" y="4302"/>
                      <a:pt x="2377" y="4322"/>
                      <a:pt x="2463" y="4322"/>
                    </a:cubicBezTo>
                    <a:cubicBezTo>
                      <a:pt x="2909" y="4322"/>
                      <a:pt x="3375" y="3803"/>
                      <a:pt x="3130" y="3165"/>
                    </a:cubicBezTo>
                    <a:cubicBezTo>
                      <a:pt x="2831" y="2403"/>
                      <a:pt x="1300" y="1"/>
                      <a:pt x="130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74"/>
              <p:cNvSpPr/>
              <p:nvPr/>
            </p:nvSpPr>
            <p:spPr>
              <a:xfrm>
                <a:off x="7914708" y="1839790"/>
                <a:ext cx="415292" cy="530539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81" extrusionOk="0">
                    <a:moveTo>
                      <a:pt x="0" y="0"/>
                    </a:moveTo>
                    <a:lnTo>
                      <a:pt x="225" y="2511"/>
                    </a:lnTo>
                    <a:lnTo>
                      <a:pt x="2171" y="4980"/>
                    </a:lnTo>
                    <a:cubicBezTo>
                      <a:pt x="2899" y="4627"/>
                      <a:pt x="3511" y="4225"/>
                      <a:pt x="3899" y="3327"/>
                    </a:cubicBezTo>
                    <a:cubicBezTo>
                      <a:pt x="3892" y="3327"/>
                      <a:pt x="2729" y="932"/>
                      <a:pt x="2198" y="551"/>
                    </a:cubicBezTo>
                    <a:cubicBezTo>
                      <a:pt x="1660" y="16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74"/>
              <p:cNvSpPr/>
              <p:nvPr/>
            </p:nvSpPr>
            <p:spPr>
              <a:xfrm>
                <a:off x="7339327" y="2050685"/>
                <a:ext cx="500822" cy="437766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110" extrusionOk="0">
                    <a:moveTo>
                      <a:pt x="4457" y="0"/>
                    </a:moveTo>
                    <a:cubicBezTo>
                      <a:pt x="2021" y="1334"/>
                      <a:pt x="0" y="2681"/>
                      <a:pt x="0" y="2681"/>
                    </a:cubicBezTo>
                    <a:lnTo>
                      <a:pt x="633" y="4109"/>
                    </a:lnTo>
                    <a:cubicBezTo>
                      <a:pt x="2368" y="3531"/>
                      <a:pt x="4702" y="633"/>
                      <a:pt x="4702" y="633"/>
                    </a:cubicBezTo>
                    <a:lnTo>
                      <a:pt x="4457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74"/>
              <p:cNvSpPr/>
              <p:nvPr/>
            </p:nvSpPr>
            <p:spPr>
              <a:xfrm>
                <a:off x="7808195" y="2086899"/>
                <a:ext cx="529793" cy="345740"/>
              </a:xfrm>
              <a:custGeom>
                <a:avLst/>
                <a:gdLst/>
                <a:ahLst/>
                <a:cxnLst/>
                <a:rect l="l" t="t" r="r" b="b"/>
                <a:pathLst>
                  <a:path w="4974" h="3246" extrusionOk="0">
                    <a:moveTo>
                      <a:pt x="354" y="0"/>
                    </a:moveTo>
                    <a:lnTo>
                      <a:pt x="0" y="626"/>
                    </a:lnTo>
                    <a:cubicBezTo>
                      <a:pt x="0" y="626"/>
                      <a:pt x="1987" y="2388"/>
                      <a:pt x="4273" y="3246"/>
                    </a:cubicBezTo>
                    <a:lnTo>
                      <a:pt x="4974" y="1953"/>
                    </a:lnTo>
                    <a:cubicBezTo>
                      <a:pt x="3504" y="1143"/>
                      <a:pt x="1953" y="490"/>
                      <a:pt x="354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74"/>
              <p:cNvSpPr/>
              <p:nvPr/>
            </p:nvSpPr>
            <p:spPr>
              <a:xfrm>
                <a:off x="7813947" y="1885697"/>
                <a:ext cx="229854" cy="231771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2176" extrusionOk="0">
                    <a:moveTo>
                      <a:pt x="2060" y="1"/>
                    </a:moveTo>
                    <a:cubicBezTo>
                      <a:pt x="1984" y="1"/>
                      <a:pt x="1838" y="114"/>
                      <a:pt x="1586" y="304"/>
                    </a:cubicBezTo>
                    <a:cubicBezTo>
                      <a:pt x="1293" y="535"/>
                      <a:pt x="946" y="712"/>
                      <a:pt x="865" y="767"/>
                    </a:cubicBezTo>
                    <a:cubicBezTo>
                      <a:pt x="790" y="821"/>
                      <a:pt x="586" y="1052"/>
                      <a:pt x="429" y="1216"/>
                    </a:cubicBezTo>
                    <a:cubicBezTo>
                      <a:pt x="300" y="1338"/>
                      <a:pt x="150" y="1454"/>
                      <a:pt x="1" y="1549"/>
                    </a:cubicBezTo>
                    <a:lnTo>
                      <a:pt x="246" y="2175"/>
                    </a:lnTo>
                    <a:cubicBezTo>
                      <a:pt x="388" y="2100"/>
                      <a:pt x="579" y="2087"/>
                      <a:pt x="769" y="1985"/>
                    </a:cubicBezTo>
                    <a:cubicBezTo>
                      <a:pt x="960" y="1889"/>
                      <a:pt x="1008" y="1828"/>
                      <a:pt x="1212" y="1604"/>
                    </a:cubicBezTo>
                    <a:cubicBezTo>
                      <a:pt x="1423" y="1372"/>
                      <a:pt x="1484" y="1182"/>
                      <a:pt x="1586" y="1046"/>
                    </a:cubicBezTo>
                    <a:cubicBezTo>
                      <a:pt x="1695" y="910"/>
                      <a:pt x="1797" y="774"/>
                      <a:pt x="1892" y="631"/>
                    </a:cubicBezTo>
                    <a:cubicBezTo>
                      <a:pt x="1912" y="576"/>
                      <a:pt x="1926" y="515"/>
                      <a:pt x="1926" y="461"/>
                    </a:cubicBezTo>
                    <a:cubicBezTo>
                      <a:pt x="2157" y="236"/>
                      <a:pt x="2144" y="32"/>
                      <a:pt x="2082" y="5"/>
                    </a:cubicBezTo>
                    <a:cubicBezTo>
                      <a:pt x="2076" y="2"/>
                      <a:pt x="2069" y="1"/>
                      <a:pt x="20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74"/>
              <p:cNvSpPr/>
              <p:nvPr/>
            </p:nvSpPr>
            <p:spPr>
              <a:xfrm>
                <a:off x="7958910" y="1926704"/>
                <a:ext cx="64653" cy="51552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84" extrusionOk="0">
                    <a:moveTo>
                      <a:pt x="490" y="1"/>
                    </a:moveTo>
                    <a:cubicBezTo>
                      <a:pt x="443" y="1"/>
                      <a:pt x="402" y="35"/>
                      <a:pt x="347" y="96"/>
                    </a:cubicBezTo>
                    <a:cubicBezTo>
                      <a:pt x="279" y="157"/>
                      <a:pt x="28" y="423"/>
                      <a:pt x="14" y="436"/>
                    </a:cubicBezTo>
                    <a:cubicBezTo>
                      <a:pt x="0" y="443"/>
                      <a:pt x="0" y="463"/>
                      <a:pt x="14" y="477"/>
                    </a:cubicBezTo>
                    <a:cubicBezTo>
                      <a:pt x="21" y="484"/>
                      <a:pt x="28" y="484"/>
                      <a:pt x="34" y="484"/>
                    </a:cubicBezTo>
                    <a:cubicBezTo>
                      <a:pt x="41" y="484"/>
                      <a:pt x="55" y="484"/>
                      <a:pt x="62" y="477"/>
                    </a:cubicBezTo>
                    <a:cubicBezTo>
                      <a:pt x="62" y="477"/>
                      <a:pt x="320" y="205"/>
                      <a:pt x="388" y="137"/>
                    </a:cubicBezTo>
                    <a:cubicBezTo>
                      <a:pt x="429" y="96"/>
                      <a:pt x="463" y="62"/>
                      <a:pt x="490" y="62"/>
                    </a:cubicBezTo>
                    <a:cubicBezTo>
                      <a:pt x="504" y="62"/>
                      <a:pt x="517" y="76"/>
                      <a:pt x="545" y="96"/>
                    </a:cubicBezTo>
                    <a:cubicBezTo>
                      <a:pt x="551" y="102"/>
                      <a:pt x="558" y="105"/>
                      <a:pt x="565" y="105"/>
                    </a:cubicBezTo>
                    <a:cubicBezTo>
                      <a:pt x="587" y="105"/>
                      <a:pt x="606" y="76"/>
                      <a:pt x="585" y="55"/>
                    </a:cubicBezTo>
                    <a:cubicBezTo>
                      <a:pt x="558" y="28"/>
                      <a:pt x="524" y="8"/>
                      <a:pt x="4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74"/>
              <p:cNvSpPr/>
              <p:nvPr/>
            </p:nvSpPr>
            <p:spPr>
              <a:xfrm>
                <a:off x="7941549" y="1883034"/>
                <a:ext cx="93624" cy="822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72" extrusionOk="0">
                    <a:moveTo>
                      <a:pt x="828" y="0"/>
                    </a:moveTo>
                    <a:cubicBezTo>
                      <a:pt x="821" y="0"/>
                      <a:pt x="814" y="3"/>
                      <a:pt x="810" y="9"/>
                    </a:cubicBezTo>
                    <a:cubicBezTo>
                      <a:pt x="728" y="118"/>
                      <a:pt x="633" y="213"/>
                      <a:pt x="537" y="309"/>
                    </a:cubicBezTo>
                    <a:cubicBezTo>
                      <a:pt x="408" y="431"/>
                      <a:pt x="20" y="717"/>
                      <a:pt x="20" y="717"/>
                    </a:cubicBezTo>
                    <a:cubicBezTo>
                      <a:pt x="0" y="737"/>
                      <a:pt x="7" y="771"/>
                      <a:pt x="41" y="771"/>
                    </a:cubicBezTo>
                    <a:cubicBezTo>
                      <a:pt x="48" y="771"/>
                      <a:pt x="48" y="771"/>
                      <a:pt x="54" y="764"/>
                    </a:cubicBezTo>
                    <a:cubicBezTo>
                      <a:pt x="75" y="758"/>
                      <a:pt x="449" y="472"/>
                      <a:pt x="578" y="356"/>
                    </a:cubicBezTo>
                    <a:cubicBezTo>
                      <a:pt x="674" y="261"/>
                      <a:pt x="769" y="152"/>
                      <a:pt x="857" y="50"/>
                    </a:cubicBezTo>
                    <a:cubicBezTo>
                      <a:pt x="878" y="29"/>
                      <a:pt x="851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74"/>
              <p:cNvSpPr/>
              <p:nvPr/>
            </p:nvSpPr>
            <p:spPr>
              <a:xfrm>
                <a:off x="7626272" y="1903378"/>
                <a:ext cx="219629" cy="250304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350" extrusionOk="0">
                    <a:moveTo>
                      <a:pt x="114" y="1"/>
                    </a:moveTo>
                    <a:cubicBezTo>
                      <a:pt x="110" y="1"/>
                      <a:pt x="106" y="1"/>
                      <a:pt x="103" y="2"/>
                    </a:cubicBezTo>
                    <a:cubicBezTo>
                      <a:pt x="34" y="22"/>
                      <a:pt x="0" y="227"/>
                      <a:pt x="218" y="471"/>
                    </a:cubicBezTo>
                    <a:cubicBezTo>
                      <a:pt x="205" y="526"/>
                      <a:pt x="211" y="587"/>
                      <a:pt x="232" y="642"/>
                    </a:cubicBezTo>
                    <a:cubicBezTo>
                      <a:pt x="307" y="798"/>
                      <a:pt x="395" y="948"/>
                      <a:pt x="490" y="1091"/>
                    </a:cubicBezTo>
                    <a:cubicBezTo>
                      <a:pt x="579" y="1233"/>
                      <a:pt x="674" y="1478"/>
                      <a:pt x="858" y="1723"/>
                    </a:cubicBezTo>
                    <a:cubicBezTo>
                      <a:pt x="1041" y="1968"/>
                      <a:pt x="1035" y="1995"/>
                      <a:pt x="1211" y="2111"/>
                    </a:cubicBezTo>
                    <a:cubicBezTo>
                      <a:pt x="1382" y="2227"/>
                      <a:pt x="1579" y="2261"/>
                      <a:pt x="1708" y="2349"/>
                    </a:cubicBezTo>
                    <a:lnTo>
                      <a:pt x="2062" y="1723"/>
                    </a:lnTo>
                    <a:cubicBezTo>
                      <a:pt x="1899" y="1628"/>
                      <a:pt x="1749" y="1512"/>
                      <a:pt x="1627" y="1370"/>
                    </a:cubicBezTo>
                    <a:cubicBezTo>
                      <a:pt x="1490" y="1199"/>
                      <a:pt x="1307" y="948"/>
                      <a:pt x="1239" y="886"/>
                    </a:cubicBezTo>
                    <a:cubicBezTo>
                      <a:pt x="1001" y="716"/>
                      <a:pt x="776" y="539"/>
                      <a:pt x="565" y="349"/>
                    </a:cubicBezTo>
                    <a:cubicBezTo>
                      <a:pt x="320" y="123"/>
                      <a:pt x="191" y="1"/>
                      <a:pt x="114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74"/>
              <p:cNvSpPr/>
              <p:nvPr/>
            </p:nvSpPr>
            <p:spPr>
              <a:xfrm>
                <a:off x="7645125" y="1946303"/>
                <a:ext cx="58795" cy="5666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32" extrusionOk="0">
                    <a:moveTo>
                      <a:pt x="116" y="0"/>
                    </a:moveTo>
                    <a:cubicBezTo>
                      <a:pt x="75" y="0"/>
                      <a:pt x="41" y="14"/>
                      <a:pt x="14" y="41"/>
                    </a:cubicBezTo>
                    <a:cubicBezTo>
                      <a:pt x="0" y="55"/>
                      <a:pt x="0" y="75"/>
                      <a:pt x="14" y="89"/>
                    </a:cubicBezTo>
                    <a:cubicBezTo>
                      <a:pt x="21" y="92"/>
                      <a:pt x="29" y="94"/>
                      <a:pt x="37" y="94"/>
                    </a:cubicBezTo>
                    <a:cubicBezTo>
                      <a:pt x="45" y="94"/>
                      <a:pt x="51" y="92"/>
                      <a:pt x="55" y="89"/>
                    </a:cubicBezTo>
                    <a:cubicBezTo>
                      <a:pt x="75" y="68"/>
                      <a:pt x="96" y="62"/>
                      <a:pt x="116" y="62"/>
                    </a:cubicBezTo>
                    <a:cubicBezTo>
                      <a:pt x="136" y="62"/>
                      <a:pt x="170" y="96"/>
                      <a:pt x="204" y="143"/>
                    </a:cubicBezTo>
                    <a:cubicBezTo>
                      <a:pt x="266" y="218"/>
                      <a:pt x="504" y="517"/>
                      <a:pt x="504" y="517"/>
                    </a:cubicBezTo>
                    <a:cubicBezTo>
                      <a:pt x="504" y="524"/>
                      <a:pt x="517" y="531"/>
                      <a:pt x="524" y="531"/>
                    </a:cubicBezTo>
                    <a:cubicBezTo>
                      <a:pt x="531" y="531"/>
                      <a:pt x="531" y="524"/>
                      <a:pt x="538" y="524"/>
                    </a:cubicBezTo>
                    <a:cubicBezTo>
                      <a:pt x="551" y="517"/>
                      <a:pt x="551" y="497"/>
                      <a:pt x="545" y="483"/>
                    </a:cubicBezTo>
                    <a:cubicBezTo>
                      <a:pt x="531" y="470"/>
                      <a:pt x="313" y="184"/>
                      <a:pt x="245" y="109"/>
                    </a:cubicBezTo>
                    <a:cubicBezTo>
                      <a:pt x="198" y="48"/>
                      <a:pt x="164" y="7"/>
                      <a:pt x="1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74"/>
              <p:cNvSpPr/>
              <p:nvPr/>
            </p:nvSpPr>
            <p:spPr>
              <a:xfrm>
                <a:off x="7637988" y="1901355"/>
                <a:ext cx="84784" cy="90749"/>
              </a:xfrm>
              <a:custGeom>
                <a:avLst/>
                <a:gdLst/>
                <a:ahLst/>
                <a:cxnLst/>
                <a:rect l="l" t="t" r="r" b="b"/>
                <a:pathLst>
                  <a:path w="796" h="852" extrusionOk="0">
                    <a:moveTo>
                      <a:pt x="44" y="0"/>
                    </a:moveTo>
                    <a:cubicBezTo>
                      <a:pt x="22" y="0"/>
                      <a:pt x="0" y="24"/>
                      <a:pt x="20" y="48"/>
                    </a:cubicBezTo>
                    <a:cubicBezTo>
                      <a:pt x="95" y="164"/>
                      <a:pt x="176" y="273"/>
                      <a:pt x="265" y="382"/>
                    </a:cubicBezTo>
                    <a:cubicBezTo>
                      <a:pt x="380" y="511"/>
                      <a:pt x="727" y="831"/>
                      <a:pt x="741" y="844"/>
                    </a:cubicBezTo>
                    <a:cubicBezTo>
                      <a:pt x="748" y="851"/>
                      <a:pt x="755" y="851"/>
                      <a:pt x="761" y="851"/>
                    </a:cubicBezTo>
                    <a:cubicBezTo>
                      <a:pt x="775" y="851"/>
                      <a:pt x="782" y="844"/>
                      <a:pt x="782" y="844"/>
                    </a:cubicBezTo>
                    <a:cubicBezTo>
                      <a:pt x="795" y="831"/>
                      <a:pt x="795" y="810"/>
                      <a:pt x="782" y="797"/>
                    </a:cubicBezTo>
                    <a:cubicBezTo>
                      <a:pt x="782" y="797"/>
                      <a:pt x="428" y="470"/>
                      <a:pt x="312" y="341"/>
                    </a:cubicBezTo>
                    <a:cubicBezTo>
                      <a:pt x="224" y="239"/>
                      <a:pt x="142" y="130"/>
                      <a:pt x="67" y="14"/>
                    </a:cubicBezTo>
                    <a:cubicBezTo>
                      <a:pt x="61" y="4"/>
                      <a:pt x="52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74"/>
              <p:cNvSpPr/>
              <p:nvPr/>
            </p:nvSpPr>
            <p:spPr>
              <a:xfrm>
                <a:off x="7725648" y="2098509"/>
                <a:ext cx="81908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769" h="525" extrusionOk="0">
                    <a:moveTo>
                      <a:pt x="43" y="1"/>
                    </a:moveTo>
                    <a:cubicBezTo>
                      <a:pt x="20" y="1"/>
                      <a:pt x="0" y="28"/>
                      <a:pt x="20" y="48"/>
                    </a:cubicBezTo>
                    <a:cubicBezTo>
                      <a:pt x="115" y="163"/>
                      <a:pt x="238" y="252"/>
                      <a:pt x="374" y="306"/>
                    </a:cubicBezTo>
                    <a:cubicBezTo>
                      <a:pt x="503" y="354"/>
                      <a:pt x="619" y="422"/>
                      <a:pt x="714" y="517"/>
                    </a:cubicBezTo>
                    <a:cubicBezTo>
                      <a:pt x="721" y="517"/>
                      <a:pt x="728" y="524"/>
                      <a:pt x="734" y="524"/>
                    </a:cubicBezTo>
                    <a:cubicBezTo>
                      <a:pt x="748" y="524"/>
                      <a:pt x="755" y="524"/>
                      <a:pt x="762" y="517"/>
                    </a:cubicBezTo>
                    <a:cubicBezTo>
                      <a:pt x="768" y="504"/>
                      <a:pt x="768" y="483"/>
                      <a:pt x="762" y="476"/>
                    </a:cubicBezTo>
                    <a:cubicBezTo>
                      <a:pt x="653" y="374"/>
                      <a:pt x="530" y="300"/>
                      <a:pt x="394" y="252"/>
                    </a:cubicBezTo>
                    <a:cubicBezTo>
                      <a:pt x="265" y="197"/>
                      <a:pt x="149" y="116"/>
                      <a:pt x="68" y="14"/>
                    </a:cubicBezTo>
                    <a:cubicBezTo>
                      <a:pt x="60" y="5"/>
                      <a:pt x="51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74"/>
              <p:cNvSpPr/>
              <p:nvPr/>
            </p:nvSpPr>
            <p:spPr>
              <a:xfrm>
                <a:off x="7861025" y="2712447"/>
                <a:ext cx="282045" cy="8755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822" extrusionOk="0">
                    <a:moveTo>
                      <a:pt x="38" y="0"/>
                    </a:moveTo>
                    <a:cubicBezTo>
                      <a:pt x="24" y="0"/>
                      <a:pt x="13" y="11"/>
                      <a:pt x="8" y="26"/>
                    </a:cubicBezTo>
                    <a:cubicBezTo>
                      <a:pt x="1" y="46"/>
                      <a:pt x="8" y="67"/>
                      <a:pt x="28" y="74"/>
                    </a:cubicBezTo>
                    <a:cubicBezTo>
                      <a:pt x="42" y="80"/>
                      <a:pt x="1559" y="666"/>
                      <a:pt x="2600" y="822"/>
                    </a:cubicBezTo>
                    <a:lnTo>
                      <a:pt x="2607" y="822"/>
                    </a:lnTo>
                    <a:cubicBezTo>
                      <a:pt x="2627" y="822"/>
                      <a:pt x="2641" y="808"/>
                      <a:pt x="2647" y="788"/>
                    </a:cubicBezTo>
                    <a:cubicBezTo>
                      <a:pt x="2647" y="768"/>
                      <a:pt x="2634" y="747"/>
                      <a:pt x="2613" y="747"/>
                    </a:cubicBezTo>
                    <a:cubicBezTo>
                      <a:pt x="1579" y="591"/>
                      <a:pt x="69" y="6"/>
                      <a:pt x="55" y="6"/>
                    </a:cubicBezTo>
                    <a:cubicBezTo>
                      <a:pt x="50" y="2"/>
                      <a:pt x="44" y="0"/>
                      <a:pt x="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74"/>
              <p:cNvSpPr/>
              <p:nvPr/>
            </p:nvSpPr>
            <p:spPr>
              <a:xfrm>
                <a:off x="7820444" y="2604763"/>
                <a:ext cx="127708" cy="97459"/>
              </a:xfrm>
              <a:custGeom>
                <a:avLst/>
                <a:gdLst/>
                <a:ahLst/>
                <a:cxnLst/>
                <a:rect l="l" t="t" r="r" b="b"/>
                <a:pathLst>
                  <a:path w="1199" h="915" extrusionOk="0">
                    <a:moveTo>
                      <a:pt x="45" y="0"/>
                    </a:moveTo>
                    <a:cubicBezTo>
                      <a:pt x="34" y="0"/>
                      <a:pt x="22" y="5"/>
                      <a:pt x="14" y="16"/>
                    </a:cubicBezTo>
                    <a:cubicBezTo>
                      <a:pt x="1" y="30"/>
                      <a:pt x="8" y="57"/>
                      <a:pt x="21" y="71"/>
                    </a:cubicBezTo>
                    <a:cubicBezTo>
                      <a:pt x="28" y="78"/>
                      <a:pt x="797" y="683"/>
                      <a:pt x="1130" y="908"/>
                    </a:cubicBezTo>
                    <a:cubicBezTo>
                      <a:pt x="1137" y="908"/>
                      <a:pt x="1144" y="915"/>
                      <a:pt x="1157" y="915"/>
                    </a:cubicBezTo>
                    <a:cubicBezTo>
                      <a:pt x="1171" y="915"/>
                      <a:pt x="1178" y="908"/>
                      <a:pt x="1191" y="894"/>
                    </a:cubicBezTo>
                    <a:cubicBezTo>
                      <a:pt x="1198" y="874"/>
                      <a:pt x="1198" y="853"/>
                      <a:pt x="1178" y="840"/>
                    </a:cubicBezTo>
                    <a:cubicBezTo>
                      <a:pt x="844" y="615"/>
                      <a:pt x="82" y="16"/>
                      <a:pt x="69" y="10"/>
                    </a:cubicBezTo>
                    <a:cubicBezTo>
                      <a:pt x="63" y="4"/>
                      <a:pt x="54" y="0"/>
                      <a:pt x="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74"/>
              <p:cNvSpPr/>
              <p:nvPr/>
            </p:nvSpPr>
            <p:spPr>
              <a:xfrm>
                <a:off x="7527748" y="2135256"/>
                <a:ext cx="21835" cy="7924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744" extrusionOk="0">
                    <a:moveTo>
                      <a:pt x="160" y="0"/>
                    </a:moveTo>
                    <a:cubicBezTo>
                      <a:pt x="143" y="0"/>
                      <a:pt x="128" y="14"/>
                      <a:pt x="123" y="36"/>
                    </a:cubicBezTo>
                    <a:lnTo>
                      <a:pt x="7" y="696"/>
                    </a:lnTo>
                    <a:cubicBezTo>
                      <a:pt x="0" y="717"/>
                      <a:pt x="14" y="737"/>
                      <a:pt x="34" y="744"/>
                    </a:cubicBezTo>
                    <a:lnTo>
                      <a:pt x="41" y="744"/>
                    </a:lnTo>
                    <a:cubicBezTo>
                      <a:pt x="61" y="744"/>
                      <a:pt x="75" y="730"/>
                      <a:pt x="82" y="710"/>
                    </a:cubicBezTo>
                    <a:lnTo>
                      <a:pt x="204" y="50"/>
                    </a:lnTo>
                    <a:cubicBezTo>
                      <a:pt x="204" y="23"/>
                      <a:pt x="191" y="9"/>
                      <a:pt x="170" y="2"/>
                    </a:cubicBezTo>
                    <a:cubicBezTo>
                      <a:pt x="167" y="1"/>
                      <a:pt x="163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74"/>
              <p:cNvSpPr/>
              <p:nvPr/>
            </p:nvSpPr>
            <p:spPr>
              <a:xfrm>
                <a:off x="8106004" y="2114912"/>
                <a:ext cx="33445" cy="81482"/>
              </a:xfrm>
              <a:custGeom>
                <a:avLst/>
                <a:gdLst/>
                <a:ahLst/>
                <a:cxnLst/>
                <a:rect l="l" t="t" r="r" b="b"/>
                <a:pathLst>
                  <a:path w="314" h="765" extrusionOk="0">
                    <a:moveTo>
                      <a:pt x="44" y="0"/>
                    </a:moveTo>
                    <a:cubicBezTo>
                      <a:pt x="38" y="0"/>
                      <a:pt x="33" y="1"/>
                      <a:pt x="28" y="3"/>
                    </a:cubicBezTo>
                    <a:cubicBezTo>
                      <a:pt x="7" y="9"/>
                      <a:pt x="0" y="30"/>
                      <a:pt x="7" y="50"/>
                    </a:cubicBezTo>
                    <a:lnTo>
                      <a:pt x="232" y="737"/>
                    </a:lnTo>
                    <a:cubicBezTo>
                      <a:pt x="239" y="751"/>
                      <a:pt x="252" y="765"/>
                      <a:pt x="273" y="765"/>
                    </a:cubicBezTo>
                    <a:lnTo>
                      <a:pt x="286" y="765"/>
                    </a:lnTo>
                    <a:cubicBezTo>
                      <a:pt x="307" y="751"/>
                      <a:pt x="313" y="731"/>
                      <a:pt x="307" y="710"/>
                    </a:cubicBezTo>
                    <a:lnTo>
                      <a:pt x="82" y="23"/>
                    </a:lnTo>
                    <a:cubicBezTo>
                      <a:pt x="77" y="8"/>
                      <a:pt x="6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9" name="Google Shape;959;p74"/>
            <p:cNvGrpSpPr/>
            <p:nvPr/>
          </p:nvGrpSpPr>
          <p:grpSpPr>
            <a:xfrm>
              <a:off x="5917721" y="760073"/>
              <a:ext cx="1267499" cy="3623342"/>
              <a:chOff x="6102291" y="760073"/>
              <a:chExt cx="1267499" cy="3623342"/>
            </a:xfrm>
          </p:grpSpPr>
          <p:sp>
            <p:nvSpPr>
              <p:cNvPr id="960" name="Google Shape;960;p74"/>
              <p:cNvSpPr/>
              <p:nvPr/>
            </p:nvSpPr>
            <p:spPr>
              <a:xfrm>
                <a:off x="6554437" y="4327496"/>
                <a:ext cx="386427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525" extrusionOk="0">
                    <a:moveTo>
                      <a:pt x="1" y="1"/>
                    </a:moveTo>
                    <a:lnTo>
                      <a:pt x="1" y="525"/>
                    </a:lnTo>
                    <a:lnTo>
                      <a:pt x="3627" y="525"/>
                    </a:lnTo>
                    <a:lnTo>
                      <a:pt x="36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74"/>
              <p:cNvSpPr/>
              <p:nvPr/>
            </p:nvSpPr>
            <p:spPr>
              <a:xfrm>
                <a:off x="6713140" y="1075244"/>
                <a:ext cx="69020" cy="330817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31059" extrusionOk="0">
                    <a:moveTo>
                      <a:pt x="1" y="1"/>
                    </a:moveTo>
                    <a:lnTo>
                      <a:pt x="1" y="31059"/>
                    </a:lnTo>
                    <a:lnTo>
                      <a:pt x="647" y="31059"/>
                    </a:lnTo>
                    <a:lnTo>
                      <a:pt x="64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74"/>
              <p:cNvSpPr/>
              <p:nvPr/>
            </p:nvSpPr>
            <p:spPr>
              <a:xfrm>
                <a:off x="6713140" y="1748509"/>
                <a:ext cx="69020" cy="22474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110" extrusionOk="0">
                    <a:moveTo>
                      <a:pt x="1" y="0"/>
                    </a:moveTo>
                    <a:lnTo>
                      <a:pt x="1" y="2109"/>
                    </a:lnTo>
                    <a:lnTo>
                      <a:pt x="647" y="2109"/>
                    </a:ln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74"/>
              <p:cNvSpPr/>
              <p:nvPr/>
            </p:nvSpPr>
            <p:spPr>
              <a:xfrm>
                <a:off x="6102291" y="760073"/>
                <a:ext cx="1267499" cy="1097931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0308" extrusionOk="0">
                    <a:moveTo>
                      <a:pt x="2974" y="0"/>
                    </a:moveTo>
                    <a:lnTo>
                      <a:pt x="1" y="5150"/>
                    </a:lnTo>
                    <a:lnTo>
                      <a:pt x="2974" y="10307"/>
                    </a:lnTo>
                    <a:lnTo>
                      <a:pt x="8927" y="10307"/>
                    </a:lnTo>
                    <a:lnTo>
                      <a:pt x="11900" y="5150"/>
                    </a:lnTo>
                    <a:lnTo>
                      <a:pt x="89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74"/>
              <p:cNvSpPr/>
              <p:nvPr/>
            </p:nvSpPr>
            <p:spPr>
              <a:xfrm>
                <a:off x="6137760" y="790429"/>
                <a:ext cx="1196561" cy="1036367"/>
              </a:xfrm>
              <a:custGeom>
                <a:avLst/>
                <a:gdLst/>
                <a:ahLst/>
                <a:cxnLst/>
                <a:rect l="l" t="t" r="r" b="b"/>
                <a:pathLst>
                  <a:path w="11234" h="9730" extrusionOk="0">
                    <a:moveTo>
                      <a:pt x="8294" y="232"/>
                    </a:moveTo>
                    <a:lnTo>
                      <a:pt x="10975" y="4865"/>
                    </a:lnTo>
                    <a:lnTo>
                      <a:pt x="8294" y="9499"/>
                    </a:lnTo>
                    <a:lnTo>
                      <a:pt x="2940" y="9499"/>
                    </a:lnTo>
                    <a:lnTo>
                      <a:pt x="266" y="4865"/>
                    </a:lnTo>
                    <a:lnTo>
                      <a:pt x="2940" y="232"/>
                    </a:lnTo>
                    <a:close/>
                    <a:moveTo>
                      <a:pt x="2811" y="1"/>
                    </a:moveTo>
                    <a:lnTo>
                      <a:pt x="1" y="4865"/>
                    </a:lnTo>
                    <a:lnTo>
                      <a:pt x="2811" y="9730"/>
                    </a:lnTo>
                    <a:lnTo>
                      <a:pt x="8424" y="9730"/>
                    </a:lnTo>
                    <a:lnTo>
                      <a:pt x="11234" y="4865"/>
                    </a:lnTo>
                    <a:lnTo>
                      <a:pt x="84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74"/>
              <p:cNvSpPr/>
              <p:nvPr/>
            </p:nvSpPr>
            <p:spPr>
              <a:xfrm>
                <a:off x="6305197" y="1162690"/>
                <a:ext cx="165307" cy="264151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2480" extrusionOk="0">
                    <a:moveTo>
                      <a:pt x="754" y="1"/>
                    </a:moveTo>
                    <a:cubicBezTo>
                      <a:pt x="569" y="1"/>
                      <a:pt x="387" y="62"/>
                      <a:pt x="239" y="173"/>
                    </a:cubicBezTo>
                    <a:cubicBezTo>
                      <a:pt x="89" y="289"/>
                      <a:pt x="14" y="465"/>
                      <a:pt x="21" y="642"/>
                    </a:cubicBezTo>
                    <a:cubicBezTo>
                      <a:pt x="14" y="792"/>
                      <a:pt x="62" y="942"/>
                      <a:pt x="157" y="1057"/>
                    </a:cubicBezTo>
                    <a:cubicBezTo>
                      <a:pt x="286" y="1200"/>
                      <a:pt x="443" y="1302"/>
                      <a:pt x="620" y="1363"/>
                    </a:cubicBezTo>
                    <a:cubicBezTo>
                      <a:pt x="776" y="1418"/>
                      <a:pt x="919" y="1493"/>
                      <a:pt x="1048" y="1588"/>
                    </a:cubicBezTo>
                    <a:cubicBezTo>
                      <a:pt x="1116" y="1642"/>
                      <a:pt x="1150" y="1731"/>
                      <a:pt x="1150" y="1819"/>
                    </a:cubicBezTo>
                    <a:cubicBezTo>
                      <a:pt x="1157" y="1908"/>
                      <a:pt x="1116" y="2003"/>
                      <a:pt x="1041" y="2057"/>
                    </a:cubicBezTo>
                    <a:cubicBezTo>
                      <a:pt x="950" y="2119"/>
                      <a:pt x="841" y="2147"/>
                      <a:pt x="731" y="2147"/>
                    </a:cubicBezTo>
                    <a:cubicBezTo>
                      <a:pt x="719" y="2147"/>
                      <a:pt x="707" y="2147"/>
                      <a:pt x="695" y="2146"/>
                    </a:cubicBezTo>
                    <a:cubicBezTo>
                      <a:pt x="579" y="2146"/>
                      <a:pt x="463" y="2125"/>
                      <a:pt x="348" y="2098"/>
                    </a:cubicBezTo>
                    <a:cubicBezTo>
                      <a:pt x="225" y="2071"/>
                      <a:pt x="109" y="2030"/>
                      <a:pt x="1" y="1976"/>
                    </a:cubicBezTo>
                    <a:lnTo>
                      <a:pt x="1" y="2350"/>
                    </a:lnTo>
                    <a:cubicBezTo>
                      <a:pt x="196" y="2438"/>
                      <a:pt x="404" y="2480"/>
                      <a:pt x="618" y="2480"/>
                    </a:cubicBezTo>
                    <a:cubicBezTo>
                      <a:pt x="634" y="2480"/>
                      <a:pt x="651" y="2480"/>
                      <a:pt x="667" y="2479"/>
                    </a:cubicBezTo>
                    <a:cubicBezTo>
                      <a:pt x="939" y="2479"/>
                      <a:pt x="1157" y="2418"/>
                      <a:pt x="1314" y="2296"/>
                    </a:cubicBezTo>
                    <a:cubicBezTo>
                      <a:pt x="1463" y="2173"/>
                      <a:pt x="1552" y="1983"/>
                      <a:pt x="1545" y="1792"/>
                    </a:cubicBezTo>
                    <a:cubicBezTo>
                      <a:pt x="1545" y="1690"/>
                      <a:pt x="1525" y="1595"/>
                      <a:pt x="1491" y="1506"/>
                    </a:cubicBezTo>
                    <a:cubicBezTo>
                      <a:pt x="1443" y="1425"/>
                      <a:pt x="1382" y="1350"/>
                      <a:pt x="1307" y="1289"/>
                    </a:cubicBezTo>
                    <a:cubicBezTo>
                      <a:pt x="1184" y="1207"/>
                      <a:pt x="1055" y="1139"/>
                      <a:pt x="919" y="1085"/>
                    </a:cubicBezTo>
                    <a:cubicBezTo>
                      <a:pt x="803" y="1044"/>
                      <a:pt x="695" y="989"/>
                      <a:pt x="592" y="928"/>
                    </a:cubicBezTo>
                    <a:cubicBezTo>
                      <a:pt x="538" y="894"/>
                      <a:pt x="497" y="853"/>
                      <a:pt x="463" y="799"/>
                    </a:cubicBezTo>
                    <a:cubicBezTo>
                      <a:pt x="436" y="751"/>
                      <a:pt x="422" y="697"/>
                      <a:pt x="422" y="642"/>
                    </a:cubicBezTo>
                    <a:cubicBezTo>
                      <a:pt x="416" y="554"/>
                      <a:pt x="456" y="472"/>
                      <a:pt x="518" y="418"/>
                    </a:cubicBezTo>
                    <a:cubicBezTo>
                      <a:pt x="597" y="363"/>
                      <a:pt x="688" y="335"/>
                      <a:pt x="780" y="335"/>
                    </a:cubicBezTo>
                    <a:cubicBezTo>
                      <a:pt x="790" y="335"/>
                      <a:pt x="800" y="335"/>
                      <a:pt x="810" y="336"/>
                    </a:cubicBezTo>
                    <a:cubicBezTo>
                      <a:pt x="1007" y="343"/>
                      <a:pt x="1205" y="391"/>
                      <a:pt x="1382" y="472"/>
                    </a:cubicBezTo>
                    <a:lnTo>
                      <a:pt x="1504" y="152"/>
                    </a:lnTo>
                    <a:cubicBezTo>
                      <a:pt x="1286" y="57"/>
                      <a:pt x="1048" y="3"/>
                      <a:pt x="810" y="3"/>
                    </a:cubicBezTo>
                    <a:cubicBezTo>
                      <a:pt x="791" y="2"/>
                      <a:pt x="773" y="1"/>
                      <a:pt x="7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74"/>
              <p:cNvSpPr/>
              <p:nvPr/>
            </p:nvSpPr>
            <p:spPr>
              <a:xfrm>
                <a:off x="6490742" y="1165779"/>
                <a:ext cx="192788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2417" extrusionOk="0">
                    <a:moveTo>
                      <a:pt x="0" y="1"/>
                    </a:moveTo>
                    <a:lnTo>
                      <a:pt x="0" y="341"/>
                    </a:lnTo>
                    <a:lnTo>
                      <a:pt x="708" y="341"/>
                    </a:lnTo>
                    <a:lnTo>
                      <a:pt x="708" y="2416"/>
                    </a:lnTo>
                    <a:lnTo>
                      <a:pt x="1102" y="2416"/>
                    </a:lnTo>
                    <a:lnTo>
                      <a:pt x="1102" y="341"/>
                    </a:lnTo>
                    <a:lnTo>
                      <a:pt x="1810" y="341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74"/>
              <p:cNvSpPr/>
              <p:nvPr/>
            </p:nvSpPr>
            <p:spPr>
              <a:xfrm>
                <a:off x="6710264" y="1162158"/>
                <a:ext cx="241464" cy="264684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2485" extrusionOk="0">
                    <a:moveTo>
                      <a:pt x="1093" y="333"/>
                    </a:moveTo>
                    <a:cubicBezTo>
                      <a:pt x="1108" y="333"/>
                      <a:pt x="1122" y="333"/>
                      <a:pt x="1137" y="334"/>
                    </a:cubicBezTo>
                    <a:cubicBezTo>
                      <a:pt x="1151" y="333"/>
                      <a:pt x="1164" y="333"/>
                      <a:pt x="1178" y="333"/>
                    </a:cubicBezTo>
                    <a:cubicBezTo>
                      <a:pt x="1367" y="333"/>
                      <a:pt x="1547" y="420"/>
                      <a:pt x="1668" y="566"/>
                    </a:cubicBezTo>
                    <a:cubicBezTo>
                      <a:pt x="1783" y="709"/>
                      <a:pt x="1845" y="933"/>
                      <a:pt x="1845" y="1239"/>
                    </a:cubicBezTo>
                    <a:cubicBezTo>
                      <a:pt x="1845" y="1539"/>
                      <a:pt x="1783" y="1770"/>
                      <a:pt x="1668" y="1920"/>
                    </a:cubicBezTo>
                    <a:cubicBezTo>
                      <a:pt x="1521" y="2073"/>
                      <a:pt x="1327" y="2149"/>
                      <a:pt x="1134" y="2149"/>
                    </a:cubicBezTo>
                    <a:cubicBezTo>
                      <a:pt x="940" y="2149"/>
                      <a:pt x="746" y="2073"/>
                      <a:pt x="599" y="1920"/>
                    </a:cubicBezTo>
                    <a:cubicBezTo>
                      <a:pt x="477" y="1763"/>
                      <a:pt x="423" y="1539"/>
                      <a:pt x="423" y="1246"/>
                    </a:cubicBezTo>
                    <a:cubicBezTo>
                      <a:pt x="423" y="947"/>
                      <a:pt x="484" y="722"/>
                      <a:pt x="599" y="566"/>
                    </a:cubicBezTo>
                    <a:cubicBezTo>
                      <a:pt x="726" y="414"/>
                      <a:pt x="905" y="333"/>
                      <a:pt x="1093" y="333"/>
                    </a:cubicBezTo>
                    <a:close/>
                    <a:moveTo>
                      <a:pt x="1137" y="1"/>
                    </a:moveTo>
                    <a:cubicBezTo>
                      <a:pt x="776" y="1"/>
                      <a:pt x="491" y="110"/>
                      <a:pt x="293" y="321"/>
                    </a:cubicBezTo>
                    <a:cubicBezTo>
                      <a:pt x="96" y="538"/>
                      <a:pt x="1" y="845"/>
                      <a:pt x="1" y="1239"/>
                    </a:cubicBezTo>
                    <a:cubicBezTo>
                      <a:pt x="1" y="1641"/>
                      <a:pt x="96" y="1947"/>
                      <a:pt x="293" y="2164"/>
                    </a:cubicBezTo>
                    <a:cubicBezTo>
                      <a:pt x="491" y="2375"/>
                      <a:pt x="770" y="2484"/>
                      <a:pt x="1137" y="2484"/>
                    </a:cubicBezTo>
                    <a:cubicBezTo>
                      <a:pt x="1491" y="2484"/>
                      <a:pt x="1770" y="2375"/>
                      <a:pt x="1967" y="2158"/>
                    </a:cubicBezTo>
                    <a:cubicBezTo>
                      <a:pt x="2164" y="1940"/>
                      <a:pt x="2260" y="1634"/>
                      <a:pt x="2260" y="1246"/>
                    </a:cubicBezTo>
                    <a:cubicBezTo>
                      <a:pt x="2266" y="845"/>
                      <a:pt x="2164" y="545"/>
                      <a:pt x="1967" y="328"/>
                    </a:cubicBezTo>
                    <a:cubicBezTo>
                      <a:pt x="1770" y="110"/>
                      <a:pt x="1498" y="1"/>
                      <a:pt x="11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74"/>
              <p:cNvSpPr/>
              <p:nvPr/>
            </p:nvSpPr>
            <p:spPr>
              <a:xfrm>
                <a:off x="7005943" y="1165779"/>
                <a:ext cx="171911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417" extrusionOk="0">
                    <a:moveTo>
                      <a:pt x="733" y="331"/>
                    </a:moveTo>
                    <a:cubicBezTo>
                      <a:pt x="850" y="331"/>
                      <a:pt x="970" y="366"/>
                      <a:pt x="1069" y="436"/>
                    </a:cubicBezTo>
                    <a:cubicBezTo>
                      <a:pt x="1157" y="511"/>
                      <a:pt x="1205" y="627"/>
                      <a:pt x="1198" y="743"/>
                    </a:cubicBezTo>
                    <a:cubicBezTo>
                      <a:pt x="1205" y="872"/>
                      <a:pt x="1157" y="994"/>
                      <a:pt x="1055" y="1076"/>
                    </a:cubicBezTo>
                    <a:cubicBezTo>
                      <a:pt x="960" y="1144"/>
                      <a:pt x="810" y="1178"/>
                      <a:pt x="613" y="1178"/>
                    </a:cubicBezTo>
                    <a:lnTo>
                      <a:pt x="402" y="1178"/>
                    </a:lnTo>
                    <a:lnTo>
                      <a:pt x="402" y="334"/>
                    </a:lnTo>
                    <a:lnTo>
                      <a:pt x="674" y="334"/>
                    </a:lnTo>
                    <a:cubicBezTo>
                      <a:pt x="694" y="332"/>
                      <a:pt x="713" y="331"/>
                      <a:pt x="733" y="331"/>
                    </a:cubicBezTo>
                    <a:close/>
                    <a:moveTo>
                      <a:pt x="1" y="1"/>
                    </a:moveTo>
                    <a:lnTo>
                      <a:pt x="1" y="2416"/>
                    </a:lnTo>
                    <a:lnTo>
                      <a:pt x="395" y="2416"/>
                    </a:lnTo>
                    <a:lnTo>
                      <a:pt x="395" y="1511"/>
                    </a:lnTo>
                    <a:lnTo>
                      <a:pt x="647" y="1511"/>
                    </a:lnTo>
                    <a:cubicBezTo>
                      <a:pt x="953" y="1511"/>
                      <a:pt x="1191" y="1443"/>
                      <a:pt x="1355" y="1314"/>
                    </a:cubicBezTo>
                    <a:cubicBezTo>
                      <a:pt x="1525" y="1171"/>
                      <a:pt x="1613" y="953"/>
                      <a:pt x="1599" y="736"/>
                    </a:cubicBezTo>
                    <a:cubicBezTo>
                      <a:pt x="1613" y="525"/>
                      <a:pt x="1531" y="321"/>
                      <a:pt x="1375" y="185"/>
                    </a:cubicBezTo>
                    <a:cubicBezTo>
                      <a:pt x="1225" y="62"/>
                      <a:pt x="994" y="1"/>
                      <a:pt x="6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69" name="Google Shape;969;p74"/>
          <p:cNvSpPr/>
          <p:nvPr/>
        </p:nvSpPr>
        <p:spPr>
          <a:xfrm>
            <a:off x="5916175" y="3223000"/>
            <a:ext cx="183000" cy="1584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74"/>
          <p:cNvSpPr txBox="1">
            <a:spLocks noGrp="1"/>
          </p:cNvSpPr>
          <p:nvPr>
            <p:ph type="title" idx="2"/>
          </p:nvPr>
        </p:nvSpPr>
        <p:spPr>
          <a:xfrm>
            <a:off x="2649150" y="946224"/>
            <a:ext cx="1148400" cy="114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71" name="Google Shape;971;p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977" name="Google Shape;977;p75"/>
          <p:cNvSpPr txBox="1"/>
          <p:nvPr/>
        </p:nvSpPr>
        <p:spPr>
          <a:xfrm>
            <a:off x="466725" y="1174900"/>
            <a:ext cx="8124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An intersection-level framework combining adaptive signal control with anomaly-aware, resource-constrained edge-cloud offloading.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8" name="Google Shape;978;p75"/>
          <p:cNvSpPr/>
          <p:nvPr/>
        </p:nvSpPr>
        <p:spPr>
          <a:xfrm>
            <a:off x="3296500" y="1950973"/>
            <a:ext cx="2558100" cy="21129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13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850" tIns="124850" rIns="124850" bIns="124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9" name="Google Shape;979;p75"/>
          <p:cNvSpPr txBox="1"/>
          <p:nvPr/>
        </p:nvSpPr>
        <p:spPr>
          <a:xfrm>
            <a:off x="3443175" y="2263650"/>
            <a:ext cx="2172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Anomaly Detection Module</a:t>
            </a:r>
            <a:endParaRPr sz="1100" b="1" dirty="0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0" name="Google Shape;980;p75"/>
          <p:cNvSpPr txBox="1"/>
          <p:nvPr/>
        </p:nvSpPr>
        <p:spPr>
          <a:xfrm>
            <a:off x="3296500" y="3099197"/>
            <a:ext cx="25581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Lightweight edge model + accurate cloud fallback for incident detection</a:t>
            </a:r>
            <a:endParaRPr sz="11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1" name="Google Shape;981;p75"/>
          <p:cNvSpPr/>
          <p:nvPr/>
        </p:nvSpPr>
        <p:spPr>
          <a:xfrm>
            <a:off x="6157425" y="1950973"/>
            <a:ext cx="2558100" cy="2112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13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850" tIns="124850" rIns="124850" bIns="124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2" name="Google Shape;982;p75"/>
          <p:cNvSpPr txBox="1"/>
          <p:nvPr/>
        </p:nvSpPr>
        <p:spPr>
          <a:xfrm>
            <a:off x="6198351" y="2263650"/>
            <a:ext cx="2172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Edge-Cloud Offloading Policy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3" name="Google Shape;983;p75"/>
          <p:cNvSpPr txBox="1"/>
          <p:nvPr/>
        </p:nvSpPr>
        <p:spPr>
          <a:xfrm>
            <a:off x="6198350" y="2956405"/>
            <a:ext cx="25581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Decides local vs. cloud processing based on latency / energy / confidence</a:t>
            </a:r>
            <a:endParaRPr sz="11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4" name="Google Shape;984;p75"/>
          <p:cNvCxnSpPr/>
          <p:nvPr/>
        </p:nvCxnSpPr>
        <p:spPr>
          <a:xfrm>
            <a:off x="2995900" y="2952200"/>
            <a:ext cx="300600" cy="2100"/>
          </a:xfrm>
          <a:prstGeom prst="straightConnector1">
            <a:avLst/>
          </a:prstGeom>
          <a:noFill/>
          <a:ln w="19050" cap="flat" cmpd="sng">
            <a:solidFill>
              <a:srgbClr val="3D85C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85" name="Google Shape;985;p75"/>
          <p:cNvCxnSpPr/>
          <p:nvPr/>
        </p:nvCxnSpPr>
        <p:spPr>
          <a:xfrm>
            <a:off x="5856825" y="2952200"/>
            <a:ext cx="300600" cy="2100"/>
          </a:xfrm>
          <a:prstGeom prst="straightConnector1">
            <a:avLst/>
          </a:prstGeom>
          <a:noFill/>
          <a:ln w="19050" cap="flat" cmpd="sng">
            <a:solidFill>
              <a:srgbClr val="3D85C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86" name="Google Shape;986;p75"/>
          <p:cNvSpPr/>
          <p:nvPr/>
        </p:nvSpPr>
        <p:spPr>
          <a:xfrm>
            <a:off x="435575" y="1950973"/>
            <a:ext cx="2558100" cy="21129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13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850" tIns="124850" rIns="124850" bIns="124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7" name="Google Shape;987;p75"/>
          <p:cNvSpPr txBox="1"/>
          <p:nvPr/>
        </p:nvSpPr>
        <p:spPr>
          <a:xfrm>
            <a:off x="466728" y="2263650"/>
            <a:ext cx="2172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Adaptive Signal Control (RL)</a:t>
            </a:r>
            <a:endParaRPr sz="1100" b="1" dirty="0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8" name="Google Shape;988;p75"/>
          <p:cNvSpPr txBox="1"/>
          <p:nvPr/>
        </p:nvSpPr>
        <p:spPr>
          <a:xfrm>
            <a:off x="466725" y="2980106"/>
            <a:ext cx="25581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850" tIns="124850" rIns="124850" bIns="124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Observes queue length &amp; wait time; selects signal phase to minimise delay</a:t>
            </a: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9" name="Google Shape;989;p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7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Methodology – System Architecture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5" name="Google Shape;99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013" y="1174900"/>
            <a:ext cx="3643923" cy="3698099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Plan</a:t>
            </a:r>
            <a:endParaRPr/>
          </a:p>
        </p:txBody>
      </p:sp>
      <p:pic>
        <p:nvPicPr>
          <p:cNvPr id="1002" name="Google Shape;1002;p77"/>
          <p:cNvPicPr preferRelativeResize="0"/>
          <p:nvPr/>
        </p:nvPicPr>
        <p:blipFill rotWithShape="1">
          <a:blip r:embed="rId3">
            <a:alphaModFix/>
          </a:blip>
          <a:srcRect l="3790" t="-113880" r="-3790" b="113880"/>
          <a:stretch/>
        </p:blipFill>
        <p:spPr>
          <a:xfrm>
            <a:off x="428625" y="1317775"/>
            <a:ext cx="82867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aphicFrame>
        <p:nvGraphicFramePr>
          <p:cNvPr id="1004" name="Google Shape;1004;p77"/>
          <p:cNvGraphicFramePr/>
          <p:nvPr/>
        </p:nvGraphicFramePr>
        <p:xfrm>
          <a:off x="428625" y="1228725"/>
          <a:ext cx="8286750" cy="3617271"/>
        </p:xfrm>
        <a:graphic>
          <a:graphicData uri="http://schemas.openxmlformats.org/drawingml/2006/table">
            <a:tbl>
              <a:tblPr>
                <a:noFill/>
                <a:tableStyleId>{D3B52F6E-F9A0-4382-9046-FA5A0E3777DA}</a:tableStyleId>
              </a:tblPr>
              <a:tblGrid>
                <a:gridCol w="4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Tier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Source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 in the framework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RESCO scenarios via sumo-rl</a:t>
                      </a:r>
                      <a:b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(Cologne, Ingolstadt: 1–21 intersections)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RL control testbed with fixed-time / actuated baselines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Verified: full 1-hour episode, 720 steps in ~30 s; 21-dim obs, 4 actions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Controlled incident injection in SUMO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anomaly ground truth — exact onset, location, duration, severity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Verified: injected stall raised network waiting time +51.6%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METR-LA and PEMS-BAY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Sensor realism: noise, missingness, diurnal profiles; detector pre-training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Verified: speed only, no incident labels — not a benchmark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LargeST (NeurIPS 2023)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Traffic flow (not speed alone), 8,600 sensors, 2017–2021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Repository and schema reviewed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Caltrans PeMS station + incident records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Confirmatory validation against real, not injected, anomalies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Free account, approved in 1–2 business days — off the critical path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Raspberry Pi 4 / Jetson Nano specs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Latency, memory and energy budgets for the offloading policy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Vendor datasheets; measured only if hardware is obtained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pic>
        <p:nvPicPr>
          <p:cNvPr id="1010" name="Google Shape;1010;p78"/>
          <p:cNvPicPr preferRelativeResize="0"/>
          <p:nvPr/>
        </p:nvPicPr>
        <p:blipFill rotWithShape="1">
          <a:blip r:embed="rId3">
            <a:alphaModFix/>
          </a:blip>
          <a:srcRect l="3790" t="-113880" r="-3790" b="113880"/>
          <a:stretch/>
        </p:blipFill>
        <p:spPr>
          <a:xfrm>
            <a:off x="428625" y="1317775"/>
            <a:ext cx="82867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graphicFrame>
        <p:nvGraphicFramePr>
          <p:cNvPr id="1012" name="Google Shape;1012;p78"/>
          <p:cNvGraphicFramePr/>
          <p:nvPr/>
        </p:nvGraphicFramePr>
        <p:xfrm>
          <a:off x="319088" y="1317775"/>
          <a:ext cx="8505825" cy="3462286"/>
        </p:xfrm>
        <a:graphic>
          <a:graphicData uri="http://schemas.openxmlformats.org/drawingml/2006/table">
            <a:tbl>
              <a:tblPr>
                <a:noFill/>
                <a:tableStyleId>{D3B52F6E-F9A0-4382-9046-FA5A0E3777DA}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type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Verified characteristics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Microscopic simulation state (SUMO / TraCI)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RL state: queue length, waiting time, current phase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Step-resolution lane and vehicle state; 21-dim observation, 4 discrete phase actions on cologne1; ~30 s per one-hour episode on one CPU core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Labelled anomaly events (injected)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Ground truth for training and scoring the detector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Exact onset, location, duration and severity by construction; verified observable - +51.6% shift in network waiting time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 sensor time-series — speed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Realism calibration and detector pre-training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METR-LA 207 × 34,272 (8.11% missing); PEMS-BAY 325 × 52,116 (0% missing, pre-imputed); single variable, no labels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 sensor time-series — flow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Multi-variable detection input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8,600 sensors, 2017–2021, with per-sensor metadata (district, freeway, lanes, direction)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 incident / event logs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Confirmatory validation of the detector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~40,000 detectors statewide; incident and lane-closure records; free registered account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Edge-hardware specifications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Latency / memory / energy budgets and container limits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Vendor datasheet values (CPU, RAM, power envelope)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Dataset Details</a:t>
            </a:r>
            <a:endParaRPr/>
          </a:p>
        </p:txBody>
      </p:sp>
      <p:pic>
        <p:nvPicPr>
          <p:cNvPr id="1018" name="Google Shape;1018;p79"/>
          <p:cNvPicPr preferRelativeResize="0"/>
          <p:nvPr/>
        </p:nvPicPr>
        <p:blipFill rotWithShape="1">
          <a:blip r:embed="rId3">
            <a:alphaModFix/>
          </a:blip>
          <a:srcRect l="3790" t="-113880" r="-3790" b="113880"/>
          <a:stretch/>
        </p:blipFill>
        <p:spPr>
          <a:xfrm>
            <a:off x="428625" y="1317775"/>
            <a:ext cx="82867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aphicFrame>
        <p:nvGraphicFramePr>
          <p:cNvPr id="1020" name="Google Shape;1020;p79"/>
          <p:cNvGraphicFramePr/>
          <p:nvPr/>
        </p:nvGraphicFramePr>
        <p:xfrm>
          <a:off x="428625" y="1238250"/>
          <a:ext cx="8286750" cy="3457650"/>
        </p:xfrm>
        <a:graphic>
          <a:graphicData uri="http://schemas.openxmlformats.org/drawingml/2006/table">
            <a:tbl>
              <a:tblPr>
                <a:noFill/>
                <a:tableStyleId>{D3B52F6E-F9A0-4382-9046-FA5A0E3777DA}</a:tableStyleId>
              </a:tblPr>
              <a:tblGrid>
                <a:gridCol w="97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Verified size / records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Features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Anomaly labels?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Used by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RESCO / sumo-rl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cologne1/3/8, ingolstadt1/7/21, grid4x4; 1–21 signalised intersections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 Cologne &amp; Ingolstadt geometry with calibrated demand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Yes — by injection (exact)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Ault &amp; Sharon (2021); Alegre (2019)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SUMO / LuST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24-h scenario, ~1,400 km; 203 signalised junctions carrying 201 TL programs; 3,146 loop detectors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SUMO network / route XML; vehicle, bus, pedestrian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Yes — by injection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Codeca et al. (2015, 2017)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METR-LA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207 sensors × 34,272 intervals = 7,094,304 readings; Mar–Jun 2012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Speed only (0–70 mph); 8.11% missing; worst sensor 79.9% complete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 et al. (2018); Wu et al. (2019); Duan et al. (2025)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PEMS-BAY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325 sensors × 52,116 intervals = 16,937,700 readings; Jan–Jun 2017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Speed only (0–85.1 mph); 0% missing — already imputed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 et al. (2018); Wu et al. (2019); Duan et al. (2025)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8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Dataset Details (Contd …)</a:t>
            </a:r>
            <a:endParaRPr/>
          </a:p>
        </p:txBody>
      </p:sp>
      <p:pic>
        <p:nvPicPr>
          <p:cNvPr id="1026" name="Google Shape;1026;p80"/>
          <p:cNvPicPr preferRelativeResize="0"/>
          <p:nvPr/>
        </p:nvPicPr>
        <p:blipFill rotWithShape="1">
          <a:blip r:embed="rId3">
            <a:alphaModFix/>
          </a:blip>
          <a:srcRect l="3790" t="-113880" r="-3790" b="113880"/>
          <a:stretch/>
        </p:blipFill>
        <p:spPr>
          <a:xfrm>
            <a:off x="428625" y="1317775"/>
            <a:ext cx="82867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aphicFrame>
        <p:nvGraphicFramePr>
          <p:cNvPr id="1028" name="Google Shape;1028;p80"/>
          <p:cNvGraphicFramePr/>
          <p:nvPr/>
        </p:nvGraphicFramePr>
        <p:xfrm>
          <a:off x="428625" y="1238250"/>
          <a:ext cx="8286750" cy="1577250"/>
        </p:xfrm>
        <a:graphic>
          <a:graphicData uri="http://schemas.openxmlformats.org/drawingml/2006/table">
            <a:tbl>
              <a:tblPr>
                <a:noFill/>
                <a:tableStyleId>{D3B52F6E-F9A0-4382-9046-FA5A0E3777DA}</a:tableStyleId>
              </a:tblPr>
              <a:tblGrid>
                <a:gridCol w="97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Verified size / records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Features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Anomaly labels?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Used by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LargeST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8,600 PeMS sensors, 2017–2021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Traffic flow + per-sensor metadata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— forecasting benchmark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Liu et al. (2023)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Caltrans PeMS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~40,000 detectors; over a decade of history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Flow, occupancy, speed; incident and lane-closure records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Yes — real records (account)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Chen et al. (2001)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Feasibility</a:t>
            </a:r>
            <a:endParaRPr/>
          </a:p>
        </p:txBody>
      </p:sp>
      <p:pic>
        <p:nvPicPr>
          <p:cNvPr id="1034" name="Google Shape;1034;p81"/>
          <p:cNvPicPr preferRelativeResize="0"/>
          <p:nvPr/>
        </p:nvPicPr>
        <p:blipFill rotWithShape="1">
          <a:blip r:embed="rId3">
            <a:alphaModFix/>
          </a:blip>
          <a:srcRect l="3790" t="-113880" r="-3790" b="113880"/>
          <a:stretch/>
        </p:blipFill>
        <p:spPr>
          <a:xfrm>
            <a:off x="428625" y="1317775"/>
            <a:ext cx="82867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8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graphicFrame>
        <p:nvGraphicFramePr>
          <p:cNvPr id="1036" name="Google Shape;1036;p81"/>
          <p:cNvGraphicFramePr/>
          <p:nvPr/>
        </p:nvGraphicFramePr>
        <p:xfrm>
          <a:off x="321450" y="1165375"/>
          <a:ext cx="8501075" cy="3718621"/>
        </p:xfrm>
        <a:graphic>
          <a:graphicData uri="http://schemas.openxmlformats.org/drawingml/2006/table">
            <a:tbl>
              <a:tblPr>
                <a:noFill/>
                <a:tableStyleId>{D3B52F6E-F9A0-4382-9046-FA5A0E3777DA}</a:tableStyleId>
              </a:tblPr>
              <a:tblGrid>
                <a:gridCol w="119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Source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How it was verified</a:t>
                      </a:r>
                      <a:endParaRPr sz="1000" b="1" dirty="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What was found</a:t>
                      </a:r>
                      <a:endParaRPr sz="1000" b="1" dirty="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SUMO / LuST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Repository cloned, network parsed, scenario executed under SUMO 1.27.1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Runs  600 s of simulated time in a few seconds of wall-clock, no errors. 203 signalised junctions carrying 201 traffic-light programs (not 199). Authors state it is validated only for SUMO 0.26 and point newer users to MoST.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RESCO via sumo-rl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Package installed; cologne1 episode executed end-to-end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720 agent steps over a one-hour peak window in about 30 s; 21-dim observation, 4 discrete actions; waiting-time, queue and speed metrics exposed per step.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METR-LA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HDF5 obtained and profiled directly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207 × 34,272 = 7,094,304 readings, Mar–Jun 2012. One variable: speed. 8.11% missing; worst sensor 79.9% complete. No incident, cause or severity field.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PEMS-BAY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HDF5 obtained and profiled directly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325 × 52,116 = 16,937,700 readings, Jan–Jun 2017. Speed only. 0.00% missing the release is pre-imputed, so genuine sensor faults are invisible. No labels.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Incident injection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Identical SUMO runs with and without a stalled vehicle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Network-wide waiting time rose 51.6% the event is observable in detector-derivable signals, and its label is exact by construction.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Caltrans PeMS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Access conditions checked at the Caltrans source page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~40,000 detectors; incident and lane-closure records integrated. Registration is free and accounts are typically approved within 1–2 business days.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8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Traceability Mapping</a:t>
            </a:r>
            <a:endParaRPr/>
          </a:p>
        </p:txBody>
      </p:sp>
      <p:pic>
        <p:nvPicPr>
          <p:cNvPr id="1042" name="Google Shape;1042;p82"/>
          <p:cNvPicPr preferRelativeResize="0"/>
          <p:nvPr/>
        </p:nvPicPr>
        <p:blipFill rotWithShape="1">
          <a:blip r:embed="rId3">
            <a:alphaModFix/>
          </a:blip>
          <a:srcRect l="3790" t="-113880" r="-3790" b="113880"/>
          <a:stretch/>
        </p:blipFill>
        <p:spPr>
          <a:xfrm>
            <a:off x="428625" y="1317775"/>
            <a:ext cx="82867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1044" name="Google Shape;1044;p82"/>
          <p:cNvPicPr preferRelativeResize="0"/>
          <p:nvPr/>
        </p:nvPicPr>
        <p:blipFill rotWithShape="1">
          <a:blip r:embed="rId4">
            <a:alphaModFix/>
          </a:blip>
          <a:srcRect l="2589" t="8146" r="2579" b="4174"/>
          <a:stretch/>
        </p:blipFill>
        <p:spPr>
          <a:xfrm>
            <a:off x="682025" y="1270150"/>
            <a:ext cx="7779899" cy="36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Criteria</a:t>
            </a:r>
            <a:endParaRPr/>
          </a:p>
        </p:txBody>
      </p:sp>
      <p:sp>
        <p:nvSpPr>
          <p:cNvPr id="1050" name="Google Shape;1050;p83"/>
          <p:cNvSpPr/>
          <p:nvPr/>
        </p:nvSpPr>
        <p:spPr>
          <a:xfrm>
            <a:off x="309401" y="1406600"/>
            <a:ext cx="1998900" cy="21144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10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75" tIns="97575" rIns="97575" bIns="97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1" name="Google Shape;1051;p83"/>
          <p:cNvSpPr txBox="1"/>
          <p:nvPr/>
        </p:nvSpPr>
        <p:spPr>
          <a:xfrm>
            <a:off x="438164" y="1575226"/>
            <a:ext cx="1697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75" tIns="97575" rIns="97575" bIns="97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Signal Control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2" name="Google Shape;1052;p83"/>
          <p:cNvSpPr txBox="1"/>
          <p:nvPr/>
        </p:nvSpPr>
        <p:spPr>
          <a:xfrm>
            <a:off x="309401" y="2292739"/>
            <a:ext cx="19989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75" tIns="97575" rIns="97575" bIns="97575" anchor="t" anchorCtr="0">
            <a:noAutofit/>
          </a:bodyPr>
          <a:lstStyle/>
          <a:p>
            <a:pPr lvl="0">
              <a:lnSpc>
                <a:spcPct val="154545"/>
              </a:lnSpc>
              <a:buClr>
                <a:schemeClr val="dk1"/>
              </a:buClr>
              <a:buSzPts val="1100"/>
            </a:pPr>
            <a:r>
              <a:rPr lang="en" sz="1100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Avg. waiting time, queue length, throughput </a:t>
            </a:r>
            <a:r>
              <a:rPr lang="en-US" sz="1100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(vehicles cleared per hour)</a:t>
            </a:r>
            <a:r>
              <a:rPr lang="en" sz="1100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vs. fixed-time / actuated baselines</a:t>
            </a: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3" name="Google Shape;1053;p83"/>
          <p:cNvSpPr/>
          <p:nvPr/>
        </p:nvSpPr>
        <p:spPr>
          <a:xfrm>
            <a:off x="2484830" y="1406600"/>
            <a:ext cx="1998900" cy="21144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10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75" tIns="97575" rIns="97575" bIns="97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4" name="Google Shape;1054;p83"/>
          <p:cNvSpPr txBox="1"/>
          <p:nvPr/>
        </p:nvSpPr>
        <p:spPr>
          <a:xfrm>
            <a:off x="2613594" y="1575226"/>
            <a:ext cx="1697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75" tIns="97575" rIns="97575" bIns="97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Anomaly Detection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5" name="Google Shape;1055;p83"/>
          <p:cNvSpPr txBox="1"/>
          <p:nvPr/>
        </p:nvSpPr>
        <p:spPr>
          <a:xfrm>
            <a:off x="2484830" y="2292739"/>
            <a:ext cx="19989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75" tIns="97575" rIns="97575" bIns="97575" anchor="t" anchorCtr="0">
            <a:noAutofit/>
          </a:bodyPr>
          <a:lstStyle/>
          <a:p>
            <a:pPr marL="0" lvl="0" indent="0" algn="l" rtl="0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Precision, recall, F1-score, detection latency, false-positive rate</a:t>
            </a: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6" name="Google Shape;1056;p83"/>
          <p:cNvSpPr/>
          <p:nvPr/>
        </p:nvSpPr>
        <p:spPr>
          <a:xfrm>
            <a:off x="4660260" y="1406600"/>
            <a:ext cx="1998900" cy="21144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10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75" tIns="97575" rIns="97575" bIns="97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7" name="Google Shape;1057;p83"/>
          <p:cNvSpPr txBox="1"/>
          <p:nvPr/>
        </p:nvSpPr>
        <p:spPr>
          <a:xfrm>
            <a:off x="4789024" y="1575226"/>
            <a:ext cx="1697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75" tIns="97575" rIns="97575" bIns="97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Offloading Policy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8" name="Google Shape;1058;p83"/>
          <p:cNvSpPr txBox="1"/>
          <p:nvPr/>
        </p:nvSpPr>
        <p:spPr>
          <a:xfrm>
            <a:off x="4660260" y="2292739"/>
            <a:ext cx="19989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75" tIns="97575" rIns="97575" bIns="97575" anchor="t" anchorCtr="0">
            <a:noAutofit/>
          </a:bodyPr>
          <a:lstStyle/>
          <a:p>
            <a:pPr marL="0" lvl="0" indent="0" algn="l" rtl="0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% correct offload decisions, end-to-end latency, energy consumption</a:t>
            </a: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9" name="Google Shape;1059;p83"/>
          <p:cNvSpPr/>
          <p:nvPr/>
        </p:nvSpPr>
        <p:spPr>
          <a:xfrm>
            <a:off x="6835690" y="1406600"/>
            <a:ext cx="1998900" cy="21144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10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75" tIns="97575" rIns="97575" bIns="97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0" name="Google Shape;1060;p83"/>
          <p:cNvSpPr txBox="1"/>
          <p:nvPr/>
        </p:nvSpPr>
        <p:spPr>
          <a:xfrm>
            <a:off x="6964454" y="1575226"/>
            <a:ext cx="1697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75" tIns="97575" rIns="97575" bIns="97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rPr>
              <a:t>Overall System</a:t>
            </a: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1F386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1" name="Google Shape;1061;p83"/>
          <p:cNvSpPr txBox="1"/>
          <p:nvPr/>
        </p:nvSpPr>
        <p:spPr>
          <a:xfrm>
            <a:off x="6835690" y="2292739"/>
            <a:ext cx="19989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75" tIns="97575" rIns="97575" bIns="97575" anchor="t" anchorCtr="0">
            <a:noAutofit/>
          </a:bodyPr>
          <a:lstStyle/>
          <a:p>
            <a:pPr marL="0" lvl="0" indent="0" algn="l" rtl="0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End-to-end response time; robustness under sensor noise / packet loss</a:t>
            </a: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2" name="Google Shape;1062;p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84"/>
          <p:cNvSpPr txBox="1">
            <a:spLocks noGrp="1"/>
          </p:cNvSpPr>
          <p:nvPr>
            <p:ph type="title"/>
          </p:nvPr>
        </p:nvSpPr>
        <p:spPr>
          <a:xfrm>
            <a:off x="713225" y="2638425"/>
            <a:ext cx="5640000" cy="20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Novelty &amp; Research Contribution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68" name="Google Shape;1068;p84"/>
          <p:cNvCxnSpPr/>
          <p:nvPr/>
        </p:nvCxnSpPr>
        <p:spPr>
          <a:xfrm>
            <a:off x="2308950" y="4851604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69" name="Google Shape;1069;p84"/>
          <p:cNvSpPr/>
          <p:nvPr/>
        </p:nvSpPr>
        <p:spPr>
          <a:xfrm>
            <a:off x="2528375" y="825196"/>
            <a:ext cx="1389900" cy="1389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070" name="Google Shape;1070;p84"/>
          <p:cNvGrpSpPr/>
          <p:nvPr/>
        </p:nvGrpSpPr>
        <p:grpSpPr>
          <a:xfrm>
            <a:off x="4137732" y="642200"/>
            <a:ext cx="708593" cy="811750"/>
            <a:chOff x="4137732" y="642200"/>
            <a:chExt cx="708593" cy="811750"/>
          </a:xfrm>
        </p:grpSpPr>
        <p:sp>
          <p:nvSpPr>
            <p:cNvPr id="1071" name="Google Shape;1071;p84"/>
            <p:cNvSpPr/>
            <p:nvPr/>
          </p:nvSpPr>
          <p:spPr>
            <a:xfrm>
              <a:off x="4389125" y="127095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2" name="Google Shape;1072;p84"/>
            <p:cNvGrpSpPr/>
            <p:nvPr/>
          </p:nvGrpSpPr>
          <p:grpSpPr>
            <a:xfrm>
              <a:off x="4137732" y="825497"/>
              <a:ext cx="182878" cy="182886"/>
              <a:chOff x="769861" y="772165"/>
              <a:chExt cx="148500" cy="149100"/>
            </a:xfrm>
          </p:grpSpPr>
          <p:sp>
            <p:nvSpPr>
              <p:cNvPr id="1073" name="Google Shape;1073;p84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84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5" name="Google Shape;1075;p84"/>
            <p:cNvSpPr/>
            <p:nvPr/>
          </p:nvSpPr>
          <p:spPr>
            <a:xfrm>
              <a:off x="4663325" y="64220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" name="Google Shape;1076;p84"/>
          <p:cNvGrpSpPr/>
          <p:nvPr/>
        </p:nvGrpSpPr>
        <p:grpSpPr>
          <a:xfrm>
            <a:off x="1018025" y="3815500"/>
            <a:ext cx="472700" cy="565775"/>
            <a:chOff x="713225" y="3815500"/>
            <a:chExt cx="472700" cy="565775"/>
          </a:xfrm>
        </p:grpSpPr>
        <p:sp>
          <p:nvSpPr>
            <p:cNvPr id="1077" name="Google Shape;1077;p84"/>
            <p:cNvSpPr/>
            <p:nvPr/>
          </p:nvSpPr>
          <p:spPr>
            <a:xfrm>
              <a:off x="713225" y="381550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4"/>
            <p:cNvSpPr/>
            <p:nvPr/>
          </p:nvSpPr>
          <p:spPr>
            <a:xfrm>
              <a:off x="1002925" y="419827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9" name="Google Shape;1079;p84"/>
          <p:cNvGrpSpPr/>
          <p:nvPr/>
        </p:nvGrpSpPr>
        <p:grpSpPr>
          <a:xfrm>
            <a:off x="5916168" y="760073"/>
            <a:ext cx="2743187" cy="3665683"/>
            <a:chOff x="5916168" y="760073"/>
            <a:chExt cx="2743187" cy="3665683"/>
          </a:xfrm>
        </p:grpSpPr>
        <p:sp>
          <p:nvSpPr>
            <p:cNvPr id="1080" name="Google Shape;1080;p84"/>
            <p:cNvSpPr/>
            <p:nvPr/>
          </p:nvSpPr>
          <p:spPr>
            <a:xfrm>
              <a:off x="5916168" y="1349000"/>
              <a:ext cx="2743187" cy="1555985"/>
            </a:xfrm>
            <a:custGeom>
              <a:avLst/>
              <a:gdLst/>
              <a:ahLst/>
              <a:cxnLst/>
              <a:rect l="l" t="t" r="r" b="b"/>
              <a:pathLst>
                <a:path w="18316" h="10199" extrusionOk="0">
                  <a:moveTo>
                    <a:pt x="10467" y="0"/>
                  </a:moveTo>
                  <a:cubicBezTo>
                    <a:pt x="7754" y="0"/>
                    <a:pt x="7172" y="1787"/>
                    <a:pt x="5375" y="2090"/>
                  </a:cubicBezTo>
                  <a:cubicBezTo>
                    <a:pt x="3334" y="2430"/>
                    <a:pt x="0" y="1675"/>
                    <a:pt x="123" y="4607"/>
                  </a:cubicBezTo>
                  <a:cubicBezTo>
                    <a:pt x="226" y="6955"/>
                    <a:pt x="3127" y="10198"/>
                    <a:pt x="7766" y="10198"/>
                  </a:cubicBezTo>
                  <a:cubicBezTo>
                    <a:pt x="8919" y="10198"/>
                    <a:pt x="10180" y="9998"/>
                    <a:pt x="11533" y="9533"/>
                  </a:cubicBezTo>
                  <a:cubicBezTo>
                    <a:pt x="18316" y="7192"/>
                    <a:pt x="15309" y="443"/>
                    <a:pt x="11152" y="35"/>
                  </a:cubicBezTo>
                  <a:cubicBezTo>
                    <a:pt x="10909" y="11"/>
                    <a:pt x="10681" y="0"/>
                    <a:pt x="10467" y="0"/>
                  </a:cubicBezTo>
                  <a:close/>
                </a:path>
              </a:pathLst>
            </a:cu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4"/>
            <p:cNvSpPr/>
            <p:nvPr/>
          </p:nvSpPr>
          <p:spPr>
            <a:xfrm>
              <a:off x="5917730" y="4334256"/>
              <a:ext cx="23286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2" name="Google Shape;1082;p84"/>
            <p:cNvGrpSpPr/>
            <p:nvPr/>
          </p:nvGrpSpPr>
          <p:grpSpPr>
            <a:xfrm>
              <a:off x="7108851" y="1194112"/>
              <a:ext cx="1080037" cy="3189091"/>
              <a:chOff x="7293420" y="1194112"/>
              <a:chExt cx="1080037" cy="3189091"/>
            </a:xfrm>
          </p:grpSpPr>
          <p:sp>
            <p:nvSpPr>
              <p:cNvPr id="1083" name="Google Shape;1083;p84"/>
              <p:cNvSpPr/>
              <p:nvPr/>
            </p:nvSpPr>
            <p:spPr>
              <a:xfrm>
                <a:off x="7519014" y="3415430"/>
                <a:ext cx="237842" cy="884693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8306" extrusionOk="0">
                    <a:moveTo>
                      <a:pt x="2093" y="1"/>
                    </a:moveTo>
                    <a:cubicBezTo>
                      <a:pt x="1295" y="1"/>
                      <a:pt x="947" y="411"/>
                      <a:pt x="155" y="411"/>
                    </a:cubicBezTo>
                    <a:cubicBezTo>
                      <a:pt x="105" y="411"/>
                      <a:pt x="54" y="410"/>
                      <a:pt x="1" y="406"/>
                    </a:cubicBezTo>
                    <a:lnTo>
                      <a:pt x="1" y="406"/>
                    </a:lnTo>
                    <a:cubicBezTo>
                      <a:pt x="1" y="406"/>
                      <a:pt x="606" y="7890"/>
                      <a:pt x="545" y="8190"/>
                    </a:cubicBezTo>
                    <a:lnTo>
                      <a:pt x="1450" y="8305"/>
                    </a:lnTo>
                    <a:cubicBezTo>
                      <a:pt x="1497" y="7734"/>
                      <a:pt x="2232" y="5"/>
                      <a:pt x="2232" y="5"/>
                    </a:cubicBezTo>
                    <a:cubicBezTo>
                      <a:pt x="2184" y="2"/>
                      <a:pt x="2138" y="1"/>
                      <a:pt x="2093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84"/>
              <p:cNvSpPr/>
              <p:nvPr/>
            </p:nvSpPr>
            <p:spPr>
              <a:xfrm>
                <a:off x="7937821" y="3255767"/>
                <a:ext cx="235712" cy="1024011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614" extrusionOk="0">
                    <a:moveTo>
                      <a:pt x="2090" y="0"/>
                    </a:moveTo>
                    <a:lnTo>
                      <a:pt x="2090" y="0"/>
                    </a:lnTo>
                    <a:cubicBezTo>
                      <a:pt x="1389" y="171"/>
                      <a:pt x="300" y="279"/>
                      <a:pt x="1" y="354"/>
                    </a:cubicBezTo>
                    <a:lnTo>
                      <a:pt x="695" y="9519"/>
                    </a:lnTo>
                    <a:lnTo>
                      <a:pt x="1736" y="9614"/>
                    </a:lnTo>
                    <a:cubicBezTo>
                      <a:pt x="1736" y="9614"/>
                      <a:pt x="2212" y="694"/>
                      <a:pt x="2090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84"/>
              <p:cNvSpPr/>
              <p:nvPr/>
            </p:nvSpPr>
            <p:spPr>
              <a:xfrm>
                <a:off x="7458834" y="2637569"/>
                <a:ext cx="767529" cy="1484997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13942" extrusionOk="0">
                    <a:moveTo>
                      <a:pt x="763" y="1"/>
                    </a:moveTo>
                    <a:cubicBezTo>
                      <a:pt x="763" y="1"/>
                      <a:pt x="532" y="743"/>
                      <a:pt x="443" y="2022"/>
                    </a:cubicBezTo>
                    <a:cubicBezTo>
                      <a:pt x="355" y="3144"/>
                      <a:pt x="151" y="8601"/>
                      <a:pt x="89" y="10268"/>
                    </a:cubicBezTo>
                    <a:cubicBezTo>
                      <a:pt x="1" y="12397"/>
                      <a:pt x="89" y="13669"/>
                      <a:pt x="89" y="13669"/>
                    </a:cubicBezTo>
                    <a:cubicBezTo>
                      <a:pt x="753" y="13855"/>
                      <a:pt x="1257" y="13941"/>
                      <a:pt x="1786" y="13941"/>
                    </a:cubicBezTo>
                    <a:cubicBezTo>
                      <a:pt x="2266" y="13941"/>
                      <a:pt x="2766" y="13870"/>
                      <a:pt x="3423" y="13737"/>
                    </a:cubicBezTo>
                    <a:cubicBezTo>
                      <a:pt x="3321" y="12043"/>
                      <a:pt x="3505" y="5696"/>
                      <a:pt x="3505" y="5696"/>
                    </a:cubicBezTo>
                    <a:lnTo>
                      <a:pt x="3933" y="13744"/>
                    </a:lnTo>
                    <a:cubicBezTo>
                      <a:pt x="4381" y="13823"/>
                      <a:pt x="4824" y="13866"/>
                      <a:pt x="5261" y="13866"/>
                    </a:cubicBezTo>
                    <a:cubicBezTo>
                      <a:pt x="5922" y="13866"/>
                      <a:pt x="6571" y="13768"/>
                      <a:pt x="7206" y="13547"/>
                    </a:cubicBezTo>
                    <a:cubicBezTo>
                      <a:pt x="7206" y="13547"/>
                      <a:pt x="7029" y="4015"/>
                      <a:pt x="6906" y="2614"/>
                    </a:cubicBezTo>
                    <a:cubicBezTo>
                      <a:pt x="6784" y="1192"/>
                      <a:pt x="6668" y="151"/>
                      <a:pt x="6668" y="151"/>
                    </a:cubicBez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84"/>
              <p:cNvSpPr/>
              <p:nvPr/>
            </p:nvSpPr>
            <p:spPr>
              <a:xfrm>
                <a:off x="7424111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1886" y="0"/>
                    </a:moveTo>
                    <a:cubicBezTo>
                      <a:pt x="1677" y="0"/>
                      <a:pt x="1463" y="33"/>
                      <a:pt x="1381" y="104"/>
                    </a:cubicBezTo>
                    <a:cubicBezTo>
                      <a:pt x="1245" y="227"/>
                      <a:pt x="1102" y="336"/>
                      <a:pt x="953" y="431"/>
                    </a:cubicBezTo>
                    <a:cubicBezTo>
                      <a:pt x="823" y="512"/>
                      <a:pt x="374" y="669"/>
                      <a:pt x="191" y="839"/>
                    </a:cubicBezTo>
                    <a:cubicBezTo>
                      <a:pt x="7" y="1016"/>
                      <a:pt x="0" y="1268"/>
                      <a:pt x="123" y="1376"/>
                    </a:cubicBezTo>
                    <a:cubicBezTo>
                      <a:pt x="178" y="1423"/>
                      <a:pt x="300" y="1436"/>
                      <a:pt x="470" y="1436"/>
                    </a:cubicBezTo>
                    <a:cubicBezTo>
                      <a:pt x="674" y="1436"/>
                      <a:pt x="947" y="1417"/>
                      <a:pt x="1259" y="1417"/>
                    </a:cubicBezTo>
                    <a:cubicBezTo>
                      <a:pt x="1654" y="1411"/>
                      <a:pt x="2055" y="1376"/>
                      <a:pt x="2450" y="1329"/>
                    </a:cubicBezTo>
                    <a:cubicBezTo>
                      <a:pt x="2599" y="1288"/>
                      <a:pt x="2586" y="1077"/>
                      <a:pt x="2572" y="961"/>
                    </a:cubicBezTo>
                    <a:cubicBezTo>
                      <a:pt x="2572" y="757"/>
                      <a:pt x="2552" y="560"/>
                      <a:pt x="2511" y="363"/>
                    </a:cubicBezTo>
                    <a:cubicBezTo>
                      <a:pt x="2484" y="254"/>
                      <a:pt x="2429" y="165"/>
                      <a:pt x="2354" y="91"/>
                    </a:cubicBezTo>
                    <a:cubicBezTo>
                      <a:pt x="2296" y="33"/>
                      <a:pt x="2094" y="0"/>
                      <a:pt x="18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84"/>
              <p:cNvSpPr/>
              <p:nvPr/>
            </p:nvSpPr>
            <p:spPr>
              <a:xfrm>
                <a:off x="7993633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710" y="0"/>
                    </a:moveTo>
                    <a:cubicBezTo>
                      <a:pt x="501" y="0"/>
                      <a:pt x="297" y="33"/>
                      <a:pt x="239" y="91"/>
                    </a:cubicBezTo>
                    <a:cubicBezTo>
                      <a:pt x="164" y="165"/>
                      <a:pt x="110" y="261"/>
                      <a:pt x="83" y="363"/>
                    </a:cubicBezTo>
                    <a:cubicBezTo>
                      <a:pt x="48" y="560"/>
                      <a:pt x="28" y="757"/>
                      <a:pt x="28" y="961"/>
                    </a:cubicBezTo>
                    <a:cubicBezTo>
                      <a:pt x="14" y="1077"/>
                      <a:pt x="1" y="1288"/>
                      <a:pt x="151" y="1329"/>
                    </a:cubicBezTo>
                    <a:cubicBezTo>
                      <a:pt x="545" y="1376"/>
                      <a:pt x="940" y="1411"/>
                      <a:pt x="1341" y="1417"/>
                    </a:cubicBezTo>
                    <a:cubicBezTo>
                      <a:pt x="1649" y="1417"/>
                      <a:pt x="1923" y="1436"/>
                      <a:pt x="2128" y="1436"/>
                    </a:cubicBezTo>
                    <a:cubicBezTo>
                      <a:pt x="2299" y="1436"/>
                      <a:pt x="2422" y="1423"/>
                      <a:pt x="2477" y="1376"/>
                    </a:cubicBezTo>
                    <a:cubicBezTo>
                      <a:pt x="2600" y="1268"/>
                      <a:pt x="2593" y="1016"/>
                      <a:pt x="2403" y="839"/>
                    </a:cubicBezTo>
                    <a:cubicBezTo>
                      <a:pt x="2219" y="669"/>
                      <a:pt x="1770" y="512"/>
                      <a:pt x="1647" y="431"/>
                    </a:cubicBezTo>
                    <a:cubicBezTo>
                      <a:pt x="1491" y="336"/>
                      <a:pt x="1348" y="227"/>
                      <a:pt x="1212" y="104"/>
                    </a:cubicBezTo>
                    <a:cubicBezTo>
                      <a:pt x="1134" y="33"/>
                      <a:pt x="919" y="0"/>
                      <a:pt x="7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84"/>
              <p:cNvSpPr/>
              <p:nvPr/>
            </p:nvSpPr>
            <p:spPr>
              <a:xfrm>
                <a:off x="8081293" y="2860713"/>
                <a:ext cx="109601" cy="137188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288" extrusionOk="0">
                    <a:moveTo>
                      <a:pt x="45" y="1"/>
                    </a:moveTo>
                    <a:cubicBezTo>
                      <a:pt x="23" y="1"/>
                      <a:pt x="0" y="19"/>
                      <a:pt x="8" y="49"/>
                    </a:cubicBezTo>
                    <a:cubicBezTo>
                      <a:pt x="15" y="76"/>
                      <a:pt x="137" y="695"/>
                      <a:pt x="960" y="1281"/>
                    </a:cubicBezTo>
                    <a:cubicBezTo>
                      <a:pt x="967" y="1281"/>
                      <a:pt x="974" y="1287"/>
                      <a:pt x="988" y="1287"/>
                    </a:cubicBezTo>
                    <a:cubicBezTo>
                      <a:pt x="994" y="1287"/>
                      <a:pt x="1008" y="1281"/>
                      <a:pt x="1015" y="1267"/>
                    </a:cubicBezTo>
                    <a:cubicBezTo>
                      <a:pt x="1028" y="1247"/>
                      <a:pt x="1022" y="1226"/>
                      <a:pt x="1008" y="1213"/>
                    </a:cubicBezTo>
                    <a:cubicBezTo>
                      <a:pt x="212" y="655"/>
                      <a:pt x="83" y="42"/>
                      <a:pt x="83" y="35"/>
                    </a:cubicBezTo>
                    <a:cubicBezTo>
                      <a:pt x="80" y="12"/>
                      <a:pt x="62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84"/>
              <p:cNvSpPr/>
              <p:nvPr/>
            </p:nvSpPr>
            <p:spPr>
              <a:xfrm>
                <a:off x="7498031" y="2837812"/>
                <a:ext cx="111306" cy="176704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1659" extrusionOk="0">
                    <a:moveTo>
                      <a:pt x="1003" y="1"/>
                    </a:moveTo>
                    <a:cubicBezTo>
                      <a:pt x="986" y="1"/>
                      <a:pt x="969" y="11"/>
                      <a:pt x="966" y="33"/>
                    </a:cubicBezTo>
                    <a:cubicBezTo>
                      <a:pt x="823" y="638"/>
                      <a:pt x="490" y="1183"/>
                      <a:pt x="14" y="1591"/>
                    </a:cubicBezTo>
                    <a:cubicBezTo>
                      <a:pt x="0" y="1604"/>
                      <a:pt x="0" y="1625"/>
                      <a:pt x="14" y="1645"/>
                    </a:cubicBezTo>
                    <a:cubicBezTo>
                      <a:pt x="21" y="1652"/>
                      <a:pt x="34" y="1659"/>
                      <a:pt x="41" y="1659"/>
                    </a:cubicBezTo>
                    <a:cubicBezTo>
                      <a:pt x="55" y="1659"/>
                      <a:pt x="61" y="1652"/>
                      <a:pt x="75" y="1645"/>
                    </a:cubicBezTo>
                    <a:cubicBezTo>
                      <a:pt x="558" y="1230"/>
                      <a:pt x="898" y="672"/>
                      <a:pt x="1041" y="46"/>
                    </a:cubicBezTo>
                    <a:cubicBezTo>
                      <a:pt x="1045" y="16"/>
                      <a:pt x="1024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84"/>
              <p:cNvSpPr/>
              <p:nvPr/>
            </p:nvSpPr>
            <p:spPr>
              <a:xfrm>
                <a:off x="7503037" y="1194112"/>
                <a:ext cx="585712" cy="608825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716" extrusionOk="0">
                    <a:moveTo>
                      <a:pt x="2913" y="0"/>
                    </a:moveTo>
                    <a:cubicBezTo>
                      <a:pt x="2137" y="0"/>
                      <a:pt x="1579" y="225"/>
                      <a:pt x="1239" y="497"/>
                    </a:cubicBezTo>
                    <a:cubicBezTo>
                      <a:pt x="913" y="762"/>
                      <a:pt x="654" y="1096"/>
                      <a:pt x="491" y="1483"/>
                    </a:cubicBezTo>
                    <a:cubicBezTo>
                      <a:pt x="327" y="1878"/>
                      <a:pt x="239" y="2300"/>
                      <a:pt x="239" y="2729"/>
                    </a:cubicBezTo>
                    <a:cubicBezTo>
                      <a:pt x="239" y="3116"/>
                      <a:pt x="293" y="3334"/>
                      <a:pt x="246" y="3627"/>
                    </a:cubicBezTo>
                    <a:cubicBezTo>
                      <a:pt x="219" y="3797"/>
                      <a:pt x="151" y="3960"/>
                      <a:pt x="117" y="4130"/>
                    </a:cubicBezTo>
                    <a:cubicBezTo>
                      <a:pt x="1" y="4620"/>
                      <a:pt x="151" y="5123"/>
                      <a:pt x="293" y="5606"/>
                    </a:cubicBezTo>
                    <a:cubicBezTo>
                      <a:pt x="634" y="5670"/>
                      <a:pt x="1061" y="5715"/>
                      <a:pt x="1467" y="5715"/>
                    </a:cubicBezTo>
                    <a:cubicBezTo>
                      <a:pt x="1711" y="5715"/>
                      <a:pt x="1947" y="5699"/>
                      <a:pt x="2151" y="5661"/>
                    </a:cubicBezTo>
                    <a:lnTo>
                      <a:pt x="5294" y="5661"/>
                    </a:lnTo>
                    <a:cubicBezTo>
                      <a:pt x="5471" y="5491"/>
                      <a:pt x="5498" y="5198"/>
                      <a:pt x="5451" y="4960"/>
                    </a:cubicBezTo>
                    <a:cubicBezTo>
                      <a:pt x="5410" y="4722"/>
                      <a:pt x="5308" y="4497"/>
                      <a:pt x="5274" y="4253"/>
                    </a:cubicBezTo>
                    <a:cubicBezTo>
                      <a:pt x="5192" y="3695"/>
                      <a:pt x="5485" y="3130"/>
                      <a:pt x="5416" y="2572"/>
                    </a:cubicBezTo>
                    <a:cubicBezTo>
                      <a:pt x="5348" y="1994"/>
                      <a:pt x="5117" y="1232"/>
                      <a:pt x="4716" y="824"/>
                    </a:cubicBezTo>
                    <a:cubicBezTo>
                      <a:pt x="4335" y="443"/>
                      <a:pt x="3695" y="0"/>
                      <a:pt x="291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84"/>
              <p:cNvSpPr/>
              <p:nvPr/>
            </p:nvSpPr>
            <p:spPr>
              <a:xfrm>
                <a:off x="7718299" y="1761504"/>
                <a:ext cx="167544" cy="72535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681" extrusionOk="0">
                    <a:moveTo>
                      <a:pt x="1" y="1"/>
                    </a:moveTo>
                    <a:lnTo>
                      <a:pt x="1" y="674"/>
                    </a:lnTo>
                    <a:lnTo>
                      <a:pt x="1572" y="681"/>
                    </a:lnTo>
                    <a:lnTo>
                      <a:pt x="1572" y="1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84"/>
              <p:cNvSpPr/>
              <p:nvPr/>
            </p:nvSpPr>
            <p:spPr>
              <a:xfrm>
                <a:off x="7592933" y="1265794"/>
                <a:ext cx="415292" cy="524042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20" extrusionOk="0">
                    <a:moveTo>
                      <a:pt x="1960" y="1"/>
                    </a:moveTo>
                    <a:cubicBezTo>
                      <a:pt x="1205" y="1"/>
                      <a:pt x="443" y="395"/>
                      <a:pt x="130" y="1123"/>
                    </a:cubicBezTo>
                    <a:cubicBezTo>
                      <a:pt x="0" y="1409"/>
                      <a:pt x="35" y="1695"/>
                      <a:pt x="35" y="2144"/>
                    </a:cubicBezTo>
                    <a:cubicBezTo>
                      <a:pt x="35" y="3505"/>
                      <a:pt x="851" y="4920"/>
                      <a:pt x="1960" y="4920"/>
                    </a:cubicBezTo>
                    <a:cubicBezTo>
                      <a:pt x="3076" y="4920"/>
                      <a:pt x="3885" y="3505"/>
                      <a:pt x="3885" y="2144"/>
                    </a:cubicBezTo>
                    <a:cubicBezTo>
                      <a:pt x="3885" y="1634"/>
                      <a:pt x="3899" y="1205"/>
                      <a:pt x="3695" y="865"/>
                    </a:cubicBezTo>
                    <a:cubicBezTo>
                      <a:pt x="3348" y="307"/>
                      <a:pt x="2627" y="1"/>
                      <a:pt x="19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84"/>
              <p:cNvSpPr/>
              <p:nvPr/>
            </p:nvSpPr>
            <p:spPr>
              <a:xfrm>
                <a:off x="7767933" y="1652009"/>
                <a:ext cx="74878" cy="15018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41" extrusionOk="0">
                    <a:moveTo>
                      <a:pt x="655" y="0"/>
                    </a:moveTo>
                    <a:cubicBezTo>
                      <a:pt x="652" y="0"/>
                      <a:pt x="648" y="1"/>
                      <a:pt x="643" y="1"/>
                    </a:cubicBezTo>
                    <a:cubicBezTo>
                      <a:pt x="562" y="15"/>
                      <a:pt x="473" y="22"/>
                      <a:pt x="392" y="22"/>
                    </a:cubicBezTo>
                    <a:cubicBezTo>
                      <a:pt x="364" y="23"/>
                      <a:pt x="338" y="24"/>
                      <a:pt x="311" y="24"/>
                    </a:cubicBezTo>
                    <a:cubicBezTo>
                      <a:pt x="238" y="24"/>
                      <a:pt x="167" y="18"/>
                      <a:pt x="92" y="8"/>
                    </a:cubicBezTo>
                    <a:cubicBezTo>
                      <a:pt x="75" y="8"/>
                      <a:pt x="57" y="6"/>
                      <a:pt x="42" y="6"/>
                    </a:cubicBezTo>
                    <a:cubicBezTo>
                      <a:pt x="16" y="6"/>
                      <a:pt x="0" y="12"/>
                      <a:pt x="18" y="42"/>
                    </a:cubicBezTo>
                    <a:cubicBezTo>
                      <a:pt x="72" y="90"/>
                      <a:pt x="147" y="124"/>
                      <a:pt x="222" y="130"/>
                    </a:cubicBezTo>
                    <a:cubicBezTo>
                      <a:pt x="262" y="137"/>
                      <a:pt x="305" y="141"/>
                      <a:pt x="348" y="141"/>
                    </a:cubicBezTo>
                    <a:cubicBezTo>
                      <a:pt x="390" y="141"/>
                      <a:pt x="433" y="137"/>
                      <a:pt x="473" y="130"/>
                    </a:cubicBezTo>
                    <a:cubicBezTo>
                      <a:pt x="548" y="124"/>
                      <a:pt x="616" y="90"/>
                      <a:pt x="678" y="49"/>
                    </a:cubicBezTo>
                    <a:cubicBezTo>
                      <a:pt x="702" y="30"/>
                      <a:pt x="693" y="0"/>
                      <a:pt x="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84"/>
              <p:cNvSpPr/>
              <p:nvPr/>
            </p:nvSpPr>
            <p:spPr>
              <a:xfrm>
                <a:off x="7736086" y="1772900"/>
                <a:ext cx="120040" cy="20557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93" extrusionOk="0">
                    <a:moveTo>
                      <a:pt x="47" y="0"/>
                    </a:moveTo>
                    <a:cubicBezTo>
                      <a:pt x="19" y="0"/>
                      <a:pt x="1" y="45"/>
                      <a:pt x="31" y="57"/>
                    </a:cubicBezTo>
                    <a:cubicBezTo>
                      <a:pt x="215" y="145"/>
                      <a:pt x="419" y="193"/>
                      <a:pt x="616" y="193"/>
                    </a:cubicBezTo>
                    <a:cubicBezTo>
                      <a:pt x="786" y="193"/>
                      <a:pt x="949" y="159"/>
                      <a:pt x="1099" y="104"/>
                    </a:cubicBezTo>
                    <a:cubicBezTo>
                      <a:pt x="1119" y="98"/>
                      <a:pt x="1126" y="77"/>
                      <a:pt x="1119" y="64"/>
                    </a:cubicBezTo>
                    <a:cubicBezTo>
                      <a:pt x="1113" y="50"/>
                      <a:pt x="1092" y="43"/>
                      <a:pt x="1079" y="43"/>
                    </a:cubicBezTo>
                    <a:cubicBezTo>
                      <a:pt x="928" y="102"/>
                      <a:pt x="770" y="131"/>
                      <a:pt x="613" y="131"/>
                    </a:cubicBezTo>
                    <a:cubicBezTo>
                      <a:pt x="423" y="131"/>
                      <a:pt x="233" y="88"/>
                      <a:pt x="58" y="2"/>
                    </a:cubicBezTo>
                    <a:cubicBezTo>
                      <a:pt x="54" y="1"/>
                      <a:pt x="51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84"/>
              <p:cNvSpPr/>
              <p:nvPr/>
            </p:nvSpPr>
            <p:spPr>
              <a:xfrm>
                <a:off x="7661527" y="1456558"/>
                <a:ext cx="95329" cy="30676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88" extrusionOk="0">
                    <a:moveTo>
                      <a:pt x="663" y="0"/>
                    </a:moveTo>
                    <a:cubicBezTo>
                      <a:pt x="633" y="0"/>
                      <a:pt x="601" y="2"/>
                      <a:pt x="568" y="6"/>
                    </a:cubicBezTo>
                    <a:cubicBezTo>
                      <a:pt x="397" y="13"/>
                      <a:pt x="241" y="60"/>
                      <a:pt x="105" y="156"/>
                    </a:cubicBezTo>
                    <a:cubicBezTo>
                      <a:pt x="0" y="233"/>
                      <a:pt x="7" y="288"/>
                      <a:pt x="75" y="288"/>
                    </a:cubicBezTo>
                    <a:cubicBezTo>
                      <a:pt x="91" y="288"/>
                      <a:pt x="110" y="285"/>
                      <a:pt x="132" y="278"/>
                    </a:cubicBezTo>
                    <a:cubicBezTo>
                      <a:pt x="268" y="251"/>
                      <a:pt x="404" y="224"/>
                      <a:pt x="547" y="217"/>
                    </a:cubicBezTo>
                    <a:cubicBezTo>
                      <a:pt x="704" y="203"/>
                      <a:pt x="833" y="237"/>
                      <a:pt x="867" y="128"/>
                    </a:cubicBezTo>
                    <a:cubicBezTo>
                      <a:pt x="895" y="39"/>
                      <a:pt x="799" y="0"/>
                      <a:pt x="66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84"/>
              <p:cNvSpPr/>
              <p:nvPr/>
            </p:nvSpPr>
            <p:spPr>
              <a:xfrm>
                <a:off x="7855593" y="1457836"/>
                <a:ext cx="97885" cy="2737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257" extrusionOk="0">
                    <a:moveTo>
                      <a:pt x="366" y="0"/>
                    </a:moveTo>
                    <a:cubicBezTo>
                      <a:pt x="354" y="0"/>
                      <a:pt x="342" y="0"/>
                      <a:pt x="331" y="1"/>
                    </a:cubicBezTo>
                    <a:cubicBezTo>
                      <a:pt x="317" y="0"/>
                      <a:pt x="304" y="0"/>
                      <a:pt x="291" y="0"/>
                    </a:cubicBezTo>
                    <a:cubicBezTo>
                      <a:pt x="121" y="0"/>
                      <a:pt x="0" y="42"/>
                      <a:pt x="38" y="144"/>
                    </a:cubicBezTo>
                    <a:cubicBezTo>
                      <a:pt x="61" y="200"/>
                      <a:pt x="109" y="213"/>
                      <a:pt x="174" y="213"/>
                    </a:cubicBezTo>
                    <a:cubicBezTo>
                      <a:pt x="226" y="213"/>
                      <a:pt x="288" y="205"/>
                      <a:pt x="358" y="205"/>
                    </a:cubicBezTo>
                    <a:cubicBezTo>
                      <a:pt x="501" y="212"/>
                      <a:pt x="637" y="225"/>
                      <a:pt x="780" y="253"/>
                    </a:cubicBezTo>
                    <a:cubicBezTo>
                      <a:pt x="795" y="255"/>
                      <a:pt x="809" y="256"/>
                      <a:pt x="821" y="256"/>
                    </a:cubicBezTo>
                    <a:cubicBezTo>
                      <a:pt x="903" y="256"/>
                      <a:pt x="918" y="200"/>
                      <a:pt x="800" y="123"/>
                    </a:cubicBezTo>
                    <a:cubicBezTo>
                      <a:pt x="668" y="41"/>
                      <a:pt x="517" y="0"/>
                      <a:pt x="366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84"/>
              <p:cNvSpPr/>
              <p:nvPr/>
            </p:nvSpPr>
            <p:spPr>
              <a:xfrm>
                <a:off x="7792431" y="1547733"/>
                <a:ext cx="51659" cy="74026"/>
              </a:xfrm>
              <a:custGeom>
                <a:avLst/>
                <a:gdLst/>
                <a:ahLst/>
                <a:cxnLst/>
                <a:rect l="l" t="t" r="r" b="b"/>
                <a:pathLst>
                  <a:path w="485" h="695" extrusionOk="0">
                    <a:moveTo>
                      <a:pt x="107" y="0"/>
                    </a:moveTo>
                    <a:cubicBezTo>
                      <a:pt x="87" y="0"/>
                      <a:pt x="73" y="7"/>
                      <a:pt x="73" y="28"/>
                    </a:cubicBezTo>
                    <a:cubicBezTo>
                      <a:pt x="73" y="41"/>
                      <a:pt x="87" y="62"/>
                      <a:pt x="101" y="62"/>
                    </a:cubicBezTo>
                    <a:cubicBezTo>
                      <a:pt x="485" y="75"/>
                      <a:pt x="451" y="637"/>
                      <a:pt x="95" y="637"/>
                    </a:cubicBezTo>
                    <a:cubicBezTo>
                      <a:pt x="80" y="637"/>
                      <a:pt x="63" y="636"/>
                      <a:pt x="46" y="633"/>
                    </a:cubicBezTo>
                    <a:cubicBezTo>
                      <a:pt x="44" y="633"/>
                      <a:pt x="42" y="633"/>
                      <a:pt x="40" y="633"/>
                    </a:cubicBezTo>
                    <a:cubicBezTo>
                      <a:pt x="5" y="633"/>
                      <a:pt x="1" y="688"/>
                      <a:pt x="39" y="688"/>
                    </a:cubicBezTo>
                    <a:lnTo>
                      <a:pt x="73" y="688"/>
                    </a:lnTo>
                    <a:lnTo>
                      <a:pt x="80" y="694"/>
                    </a:lnTo>
                    <a:cubicBezTo>
                      <a:pt x="257" y="688"/>
                      <a:pt x="400" y="552"/>
                      <a:pt x="420" y="381"/>
                    </a:cubicBezTo>
                    <a:cubicBezTo>
                      <a:pt x="434" y="191"/>
                      <a:pt x="298" y="21"/>
                      <a:pt x="1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84"/>
              <p:cNvSpPr/>
              <p:nvPr/>
            </p:nvSpPr>
            <p:spPr>
              <a:xfrm>
                <a:off x="7872635" y="1499909"/>
                <a:ext cx="26948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70" extrusionOk="0">
                    <a:moveTo>
                      <a:pt x="130" y="0"/>
                    </a:moveTo>
                    <a:cubicBezTo>
                      <a:pt x="55" y="0"/>
                      <a:pt x="1" y="102"/>
                      <a:pt x="1" y="232"/>
                    </a:cubicBezTo>
                    <a:cubicBezTo>
                      <a:pt x="1" y="361"/>
                      <a:pt x="55" y="470"/>
                      <a:pt x="130" y="470"/>
                    </a:cubicBezTo>
                    <a:cubicBezTo>
                      <a:pt x="198" y="470"/>
                      <a:pt x="252" y="361"/>
                      <a:pt x="252" y="232"/>
                    </a:cubicBezTo>
                    <a:cubicBezTo>
                      <a:pt x="252" y="102"/>
                      <a:pt x="198" y="0"/>
                      <a:pt x="1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84"/>
              <p:cNvSpPr/>
              <p:nvPr/>
            </p:nvSpPr>
            <p:spPr>
              <a:xfrm>
                <a:off x="7716168" y="1499909"/>
                <a:ext cx="26841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2" h="470" extrusionOk="0">
                    <a:moveTo>
                      <a:pt x="129" y="0"/>
                    </a:moveTo>
                    <a:cubicBezTo>
                      <a:pt x="55" y="0"/>
                      <a:pt x="0" y="102"/>
                      <a:pt x="0" y="232"/>
                    </a:cubicBezTo>
                    <a:cubicBezTo>
                      <a:pt x="0" y="361"/>
                      <a:pt x="61" y="470"/>
                      <a:pt x="129" y="470"/>
                    </a:cubicBezTo>
                    <a:cubicBezTo>
                      <a:pt x="197" y="470"/>
                      <a:pt x="252" y="361"/>
                      <a:pt x="252" y="232"/>
                    </a:cubicBezTo>
                    <a:cubicBezTo>
                      <a:pt x="252" y="102"/>
                      <a:pt x="197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84"/>
              <p:cNvSpPr/>
              <p:nvPr/>
            </p:nvSpPr>
            <p:spPr>
              <a:xfrm>
                <a:off x="7550861" y="1259297"/>
                <a:ext cx="4711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4423" h="3757" extrusionOk="0">
                    <a:moveTo>
                      <a:pt x="4287" y="2266"/>
                    </a:moveTo>
                    <a:cubicBezTo>
                      <a:pt x="4287" y="2266"/>
                      <a:pt x="4287" y="2266"/>
                      <a:pt x="4287" y="2266"/>
                    </a:cubicBezTo>
                    <a:cubicBezTo>
                      <a:pt x="4287" y="2266"/>
                      <a:pt x="4287" y="2266"/>
                      <a:pt x="4287" y="2266"/>
                    </a:cubicBezTo>
                    <a:close/>
                    <a:moveTo>
                      <a:pt x="2362" y="1"/>
                    </a:moveTo>
                    <a:cubicBezTo>
                      <a:pt x="1756" y="1"/>
                      <a:pt x="892" y="266"/>
                      <a:pt x="525" y="722"/>
                    </a:cubicBezTo>
                    <a:cubicBezTo>
                      <a:pt x="389" y="892"/>
                      <a:pt x="368" y="1164"/>
                      <a:pt x="355" y="1382"/>
                    </a:cubicBezTo>
                    <a:cubicBezTo>
                      <a:pt x="348" y="1552"/>
                      <a:pt x="239" y="1729"/>
                      <a:pt x="185" y="1892"/>
                    </a:cubicBezTo>
                    <a:cubicBezTo>
                      <a:pt x="123" y="2062"/>
                      <a:pt x="83" y="2246"/>
                      <a:pt x="42" y="2423"/>
                    </a:cubicBezTo>
                    <a:cubicBezTo>
                      <a:pt x="21" y="2518"/>
                      <a:pt x="8" y="2613"/>
                      <a:pt x="1" y="2715"/>
                    </a:cubicBezTo>
                    <a:cubicBezTo>
                      <a:pt x="8" y="2824"/>
                      <a:pt x="21" y="2940"/>
                      <a:pt x="49" y="3055"/>
                    </a:cubicBezTo>
                    <a:cubicBezTo>
                      <a:pt x="69" y="3137"/>
                      <a:pt x="96" y="3205"/>
                      <a:pt x="123" y="3280"/>
                    </a:cubicBezTo>
                    <a:cubicBezTo>
                      <a:pt x="151" y="3368"/>
                      <a:pt x="130" y="3470"/>
                      <a:pt x="151" y="3566"/>
                    </a:cubicBezTo>
                    <a:cubicBezTo>
                      <a:pt x="171" y="3668"/>
                      <a:pt x="253" y="3749"/>
                      <a:pt x="361" y="3756"/>
                    </a:cubicBezTo>
                    <a:cubicBezTo>
                      <a:pt x="436" y="3743"/>
                      <a:pt x="498" y="3702"/>
                      <a:pt x="538" y="3634"/>
                    </a:cubicBezTo>
                    <a:cubicBezTo>
                      <a:pt x="688" y="3436"/>
                      <a:pt x="756" y="3185"/>
                      <a:pt x="722" y="2933"/>
                    </a:cubicBezTo>
                    <a:cubicBezTo>
                      <a:pt x="702" y="2804"/>
                      <a:pt x="654" y="2681"/>
                      <a:pt x="620" y="2559"/>
                    </a:cubicBezTo>
                    <a:cubicBezTo>
                      <a:pt x="579" y="2348"/>
                      <a:pt x="566" y="2137"/>
                      <a:pt x="579" y="1926"/>
                    </a:cubicBezTo>
                    <a:cubicBezTo>
                      <a:pt x="593" y="1804"/>
                      <a:pt x="620" y="1681"/>
                      <a:pt x="654" y="1559"/>
                    </a:cubicBezTo>
                    <a:cubicBezTo>
                      <a:pt x="654" y="1559"/>
                      <a:pt x="824" y="1525"/>
                      <a:pt x="1021" y="1484"/>
                    </a:cubicBezTo>
                    <a:cubicBezTo>
                      <a:pt x="1246" y="1436"/>
                      <a:pt x="1709" y="1389"/>
                      <a:pt x="1770" y="1348"/>
                    </a:cubicBezTo>
                    <a:cubicBezTo>
                      <a:pt x="1831" y="1307"/>
                      <a:pt x="1831" y="824"/>
                      <a:pt x="1831" y="824"/>
                    </a:cubicBezTo>
                    <a:cubicBezTo>
                      <a:pt x="1831" y="824"/>
                      <a:pt x="1906" y="1273"/>
                      <a:pt x="1954" y="1314"/>
                    </a:cubicBezTo>
                    <a:cubicBezTo>
                      <a:pt x="1984" y="1345"/>
                      <a:pt x="2112" y="1353"/>
                      <a:pt x="2261" y="1353"/>
                    </a:cubicBezTo>
                    <a:cubicBezTo>
                      <a:pt x="2342" y="1353"/>
                      <a:pt x="2430" y="1350"/>
                      <a:pt x="2511" y="1348"/>
                    </a:cubicBezTo>
                    <a:cubicBezTo>
                      <a:pt x="2550" y="1347"/>
                      <a:pt x="2590" y="1346"/>
                      <a:pt x="2630" y="1346"/>
                    </a:cubicBezTo>
                    <a:cubicBezTo>
                      <a:pt x="2733" y="1346"/>
                      <a:pt x="2840" y="1349"/>
                      <a:pt x="2927" y="1349"/>
                    </a:cubicBezTo>
                    <a:cubicBezTo>
                      <a:pt x="3019" y="1349"/>
                      <a:pt x="3089" y="1346"/>
                      <a:pt x="3110" y="1334"/>
                    </a:cubicBezTo>
                    <a:cubicBezTo>
                      <a:pt x="3158" y="1300"/>
                      <a:pt x="3185" y="1062"/>
                      <a:pt x="3185" y="1062"/>
                    </a:cubicBezTo>
                    <a:cubicBezTo>
                      <a:pt x="3185" y="1062"/>
                      <a:pt x="3226" y="1300"/>
                      <a:pt x="3267" y="1341"/>
                    </a:cubicBezTo>
                    <a:cubicBezTo>
                      <a:pt x="3294" y="1368"/>
                      <a:pt x="3425" y="1380"/>
                      <a:pt x="3541" y="1380"/>
                    </a:cubicBezTo>
                    <a:cubicBezTo>
                      <a:pt x="3629" y="1380"/>
                      <a:pt x="3709" y="1373"/>
                      <a:pt x="3729" y="1361"/>
                    </a:cubicBezTo>
                    <a:cubicBezTo>
                      <a:pt x="3770" y="1334"/>
                      <a:pt x="3811" y="1001"/>
                      <a:pt x="3811" y="1001"/>
                    </a:cubicBezTo>
                    <a:cubicBezTo>
                      <a:pt x="3811" y="1001"/>
                      <a:pt x="3947" y="1484"/>
                      <a:pt x="3981" y="1627"/>
                    </a:cubicBezTo>
                    <a:cubicBezTo>
                      <a:pt x="4015" y="1776"/>
                      <a:pt x="4110" y="2103"/>
                      <a:pt x="4287" y="2266"/>
                    </a:cubicBezTo>
                    <a:lnTo>
                      <a:pt x="4287" y="2266"/>
                    </a:lnTo>
                    <a:cubicBezTo>
                      <a:pt x="4282" y="2255"/>
                      <a:pt x="4422" y="959"/>
                      <a:pt x="4253" y="722"/>
                    </a:cubicBezTo>
                    <a:cubicBezTo>
                      <a:pt x="3886" y="218"/>
                      <a:pt x="2994" y="1"/>
                      <a:pt x="2362" y="1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84"/>
              <p:cNvSpPr/>
              <p:nvPr/>
            </p:nvSpPr>
            <p:spPr>
              <a:xfrm>
                <a:off x="7946555" y="1500974"/>
                <a:ext cx="108110" cy="115034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080" extrusionOk="0">
                    <a:moveTo>
                      <a:pt x="558" y="0"/>
                    </a:moveTo>
                    <a:cubicBezTo>
                      <a:pt x="360" y="0"/>
                      <a:pt x="164" y="164"/>
                      <a:pt x="89" y="405"/>
                    </a:cubicBezTo>
                    <a:cubicBezTo>
                      <a:pt x="1" y="698"/>
                      <a:pt x="109" y="991"/>
                      <a:pt x="341" y="1065"/>
                    </a:cubicBezTo>
                    <a:cubicBezTo>
                      <a:pt x="375" y="1075"/>
                      <a:pt x="410" y="1080"/>
                      <a:pt x="445" y="1080"/>
                    </a:cubicBezTo>
                    <a:cubicBezTo>
                      <a:pt x="649" y="1080"/>
                      <a:pt x="844" y="915"/>
                      <a:pt x="926" y="671"/>
                    </a:cubicBezTo>
                    <a:cubicBezTo>
                      <a:pt x="1014" y="378"/>
                      <a:pt x="906" y="86"/>
                      <a:pt x="667" y="18"/>
                    </a:cubicBezTo>
                    <a:cubicBezTo>
                      <a:pt x="631" y="6"/>
                      <a:pt x="595" y="0"/>
                      <a:pt x="558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84"/>
              <p:cNvSpPr/>
              <p:nvPr/>
            </p:nvSpPr>
            <p:spPr>
              <a:xfrm>
                <a:off x="7579193" y="1626446"/>
                <a:ext cx="42072" cy="6049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68" extrusionOk="0">
                    <a:moveTo>
                      <a:pt x="356" y="0"/>
                    </a:moveTo>
                    <a:cubicBezTo>
                      <a:pt x="345" y="0"/>
                      <a:pt x="332" y="8"/>
                      <a:pt x="327" y="23"/>
                    </a:cubicBezTo>
                    <a:cubicBezTo>
                      <a:pt x="245" y="200"/>
                      <a:pt x="143" y="364"/>
                      <a:pt x="14" y="513"/>
                    </a:cubicBezTo>
                    <a:cubicBezTo>
                      <a:pt x="0" y="527"/>
                      <a:pt x="0" y="547"/>
                      <a:pt x="14" y="561"/>
                    </a:cubicBezTo>
                    <a:cubicBezTo>
                      <a:pt x="21" y="568"/>
                      <a:pt x="27" y="568"/>
                      <a:pt x="34" y="568"/>
                    </a:cubicBezTo>
                    <a:cubicBezTo>
                      <a:pt x="48" y="568"/>
                      <a:pt x="61" y="568"/>
                      <a:pt x="68" y="554"/>
                    </a:cubicBezTo>
                    <a:cubicBezTo>
                      <a:pt x="198" y="404"/>
                      <a:pt x="306" y="228"/>
                      <a:pt x="388" y="44"/>
                    </a:cubicBezTo>
                    <a:cubicBezTo>
                      <a:pt x="395" y="30"/>
                      <a:pt x="381" y="10"/>
                      <a:pt x="368" y="3"/>
                    </a:cubicBezTo>
                    <a:cubicBezTo>
                      <a:pt x="364" y="1"/>
                      <a:pt x="360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84"/>
              <p:cNvSpPr/>
              <p:nvPr/>
            </p:nvSpPr>
            <p:spPr>
              <a:xfrm>
                <a:off x="8014723" y="1675974"/>
                <a:ext cx="17468" cy="8201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770" extrusionOk="0">
                    <a:moveTo>
                      <a:pt x="27" y="1"/>
                    </a:moveTo>
                    <a:cubicBezTo>
                      <a:pt x="14" y="7"/>
                      <a:pt x="0" y="28"/>
                      <a:pt x="0" y="42"/>
                    </a:cubicBezTo>
                    <a:cubicBezTo>
                      <a:pt x="55" y="280"/>
                      <a:pt x="95" y="491"/>
                      <a:pt x="34" y="729"/>
                    </a:cubicBezTo>
                    <a:cubicBezTo>
                      <a:pt x="34" y="749"/>
                      <a:pt x="41" y="763"/>
                      <a:pt x="61" y="769"/>
                    </a:cubicBezTo>
                    <a:lnTo>
                      <a:pt x="68" y="769"/>
                    </a:lnTo>
                    <a:cubicBezTo>
                      <a:pt x="82" y="769"/>
                      <a:pt x="95" y="763"/>
                      <a:pt x="102" y="749"/>
                    </a:cubicBezTo>
                    <a:cubicBezTo>
                      <a:pt x="163" y="491"/>
                      <a:pt x="116" y="266"/>
                      <a:pt x="68" y="28"/>
                    </a:cubicBezTo>
                    <a:cubicBezTo>
                      <a:pt x="61" y="14"/>
                      <a:pt x="48" y="1"/>
                      <a:pt x="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84"/>
              <p:cNvSpPr/>
              <p:nvPr/>
            </p:nvSpPr>
            <p:spPr>
              <a:xfrm>
                <a:off x="7884245" y="1291144"/>
                <a:ext cx="10225" cy="70405"/>
              </a:xfrm>
              <a:custGeom>
                <a:avLst/>
                <a:gdLst/>
                <a:ahLst/>
                <a:cxnLst/>
                <a:rect l="l" t="t" r="r" b="b"/>
                <a:pathLst>
                  <a:path w="96" h="661" extrusionOk="0">
                    <a:moveTo>
                      <a:pt x="32" y="1"/>
                    </a:moveTo>
                    <a:cubicBezTo>
                      <a:pt x="16" y="1"/>
                      <a:pt x="1" y="13"/>
                      <a:pt x="1" y="35"/>
                    </a:cubicBezTo>
                    <a:cubicBezTo>
                      <a:pt x="21" y="232"/>
                      <a:pt x="28" y="430"/>
                      <a:pt x="28" y="627"/>
                    </a:cubicBezTo>
                    <a:cubicBezTo>
                      <a:pt x="28" y="647"/>
                      <a:pt x="41" y="661"/>
                      <a:pt x="62" y="661"/>
                    </a:cubicBezTo>
                    <a:cubicBezTo>
                      <a:pt x="82" y="661"/>
                      <a:pt x="96" y="647"/>
                      <a:pt x="96" y="627"/>
                    </a:cubicBezTo>
                    <a:cubicBezTo>
                      <a:pt x="96" y="430"/>
                      <a:pt x="82" y="226"/>
                      <a:pt x="62" y="28"/>
                    </a:cubicBezTo>
                    <a:cubicBezTo>
                      <a:pt x="59" y="9"/>
                      <a:pt x="45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84"/>
              <p:cNvSpPr/>
              <p:nvPr/>
            </p:nvSpPr>
            <p:spPr>
              <a:xfrm>
                <a:off x="7627017" y="1263877"/>
                <a:ext cx="64760" cy="7818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734" extrusionOk="0">
                    <a:moveTo>
                      <a:pt x="562" y="1"/>
                    </a:moveTo>
                    <a:cubicBezTo>
                      <a:pt x="557" y="1"/>
                      <a:pt x="551" y="2"/>
                      <a:pt x="545" y="5"/>
                    </a:cubicBezTo>
                    <a:cubicBezTo>
                      <a:pt x="286" y="155"/>
                      <a:pt x="89" y="400"/>
                      <a:pt x="7" y="692"/>
                    </a:cubicBezTo>
                    <a:cubicBezTo>
                      <a:pt x="0" y="706"/>
                      <a:pt x="14" y="726"/>
                      <a:pt x="27" y="733"/>
                    </a:cubicBezTo>
                    <a:lnTo>
                      <a:pt x="41" y="733"/>
                    </a:lnTo>
                    <a:cubicBezTo>
                      <a:pt x="48" y="733"/>
                      <a:pt x="61" y="720"/>
                      <a:pt x="68" y="713"/>
                    </a:cubicBezTo>
                    <a:cubicBezTo>
                      <a:pt x="150" y="441"/>
                      <a:pt x="334" y="209"/>
                      <a:pt x="579" y="60"/>
                    </a:cubicBezTo>
                    <a:cubicBezTo>
                      <a:pt x="607" y="42"/>
                      <a:pt x="592" y="1"/>
                      <a:pt x="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84"/>
              <p:cNvSpPr/>
              <p:nvPr/>
            </p:nvSpPr>
            <p:spPr>
              <a:xfrm>
                <a:off x="7769744" y="1210195"/>
                <a:ext cx="28545" cy="5357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503" extrusionOk="0">
                    <a:moveTo>
                      <a:pt x="223" y="0"/>
                    </a:moveTo>
                    <a:cubicBezTo>
                      <a:pt x="217" y="0"/>
                      <a:pt x="211" y="2"/>
                      <a:pt x="205" y="6"/>
                    </a:cubicBezTo>
                    <a:cubicBezTo>
                      <a:pt x="198" y="13"/>
                      <a:pt x="62" y="121"/>
                      <a:pt x="1" y="462"/>
                    </a:cubicBezTo>
                    <a:cubicBezTo>
                      <a:pt x="1" y="482"/>
                      <a:pt x="14" y="496"/>
                      <a:pt x="28" y="502"/>
                    </a:cubicBezTo>
                    <a:lnTo>
                      <a:pt x="35" y="502"/>
                    </a:lnTo>
                    <a:cubicBezTo>
                      <a:pt x="48" y="502"/>
                      <a:pt x="62" y="489"/>
                      <a:pt x="69" y="475"/>
                    </a:cubicBezTo>
                    <a:cubicBezTo>
                      <a:pt x="123" y="162"/>
                      <a:pt x="245" y="53"/>
                      <a:pt x="245" y="53"/>
                    </a:cubicBezTo>
                    <a:cubicBezTo>
                      <a:pt x="268" y="31"/>
                      <a:pt x="24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84"/>
              <p:cNvSpPr/>
              <p:nvPr/>
            </p:nvSpPr>
            <p:spPr>
              <a:xfrm>
                <a:off x="7784230" y="1252054"/>
                <a:ext cx="12462" cy="3994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75" extrusionOk="0">
                    <a:moveTo>
                      <a:pt x="89" y="1"/>
                    </a:moveTo>
                    <a:cubicBezTo>
                      <a:pt x="69" y="1"/>
                      <a:pt x="48" y="7"/>
                      <a:pt x="48" y="28"/>
                    </a:cubicBezTo>
                    <a:cubicBezTo>
                      <a:pt x="21" y="130"/>
                      <a:pt x="7" y="232"/>
                      <a:pt x="1" y="341"/>
                    </a:cubicBezTo>
                    <a:cubicBezTo>
                      <a:pt x="1" y="361"/>
                      <a:pt x="14" y="375"/>
                      <a:pt x="28" y="375"/>
                    </a:cubicBezTo>
                    <a:cubicBezTo>
                      <a:pt x="48" y="375"/>
                      <a:pt x="62" y="361"/>
                      <a:pt x="62" y="341"/>
                    </a:cubicBezTo>
                    <a:cubicBezTo>
                      <a:pt x="69" y="239"/>
                      <a:pt x="89" y="137"/>
                      <a:pt x="109" y="41"/>
                    </a:cubicBezTo>
                    <a:cubicBezTo>
                      <a:pt x="116" y="21"/>
                      <a:pt x="103" y="7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84"/>
              <p:cNvSpPr/>
              <p:nvPr/>
            </p:nvSpPr>
            <p:spPr>
              <a:xfrm>
                <a:off x="7997255" y="1383917"/>
                <a:ext cx="53043" cy="9362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879" extrusionOk="0">
                    <a:moveTo>
                      <a:pt x="28" y="1"/>
                    </a:moveTo>
                    <a:cubicBezTo>
                      <a:pt x="14" y="8"/>
                      <a:pt x="1" y="21"/>
                      <a:pt x="1" y="42"/>
                    </a:cubicBezTo>
                    <a:cubicBezTo>
                      <a:pt x="69" y="348"/>
                      <a:pt x="219" y="634"/>
                      <a:pt x="436" y="865"/>
                    </a:cubicBezTo>
                    <a:cubicBezTo>
                      <a:pt x="443" y="872"/>
                      <a:pt x="457" y="879"/>
                      <a:pt x="464" y="879"/>
                    </a:cubicBezTo>
                    <a:cubicBezTo>
                      <a:pt x="470" y="879"/>
                      <a:pt x="477" y="872"/>
                      <a:pt x="484" y="865"/>
                    </a:cubicBezTo>
                    <a:cubicBezTo>
                      <a:pt x="498" y="851"/>
                      <a:pt x="498" y="831"/>
                      <a:pt x="484" y="817"/>
                    </a:cubicBezTo>
                    <a:cubicBezTo>
                      <a:pt x="280" y="600"/>
                      <a:pt x="130" y="327"/>
                      <a:pt x="69" y="28"/>
                    </a:cubicBezTo>
                    <a:cubicBezTo>
                      <a:pt x="62" y="14"/>
                      <a:pt x="49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84"/>
              <p:cNvSpPr/>
              <p:nvPr/>
            </p:nvSpPr>
            <p:spPr>
              <a:xfrm>
                <a:off x="7690073" y="1833293"/>
                <a:ext cx="259464" cy="184160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729" extrusionOk="0">
                    <a:moveTo>
                      <a:pt x="266" y="0"/>
                    </a:moveTo>
                    <a:lnTo>
                      <a:pt x="0" y="75"/>
                    </a:lnTo>
                    <a:lnTo>
                      <a:pt x="334" y="1728"/>
                    </a:lnTo>
                    <a:lnTo>
                      <a:pt x="1402" y="1708"/>
                    </a:lnTo>
                    <a:lnTo>
                      <a:pt x="2436" y="490"/>
                    </a:lnTo>
                    <a:lnTo>
                      <a:pt x="2109" y="61"/>
                    </a:lnTo>
                    <a:lnTo>
                      <a:pt x="1837" y="7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84"/>
              <p:cNvSpPr/>
              <p:nvPr/>
            </p:nvSpPr>
            <p:spPr>
              <a:xfrm>
                <a:off x="7293420" y="2002009"/>
                <a:ext cx="297809" cy="48899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4591" extrusionOk="0">
                    <a:moveTo>
                      <a:pt x="2176" y="1"/>
                    </a:moveTo>
                    <a:cubicBezTo>
                      <a:pt x="2018" y="1"/>
                      <a:pt x="1840" y="91"/>
                      <a:pt x="1669" y="301"/>
                    </a:cubicBezTo>
                    <a:cubicBezTo>
                      <a:pt x="1118" y="981"/>
                      <a:pt x="561" y="2648"/>
                      <a:pt x="234" y="3478"/>
                    </a:cubicBezTo>
                    <a:cubicBezTo>
                      <a:pt x="1" y="4059"/>
                      <a:pt x="394" y="4590"/>
                      <a:pt x="878" y="4590"/>
                    </a:cubicBezTo>
                    <a:cubicBezTo>
                      <a:pt x="1085" y="4590"/>
                      <a:pt x="1308" y="4493"/>
                      <a:pt x="1506" y="4260"/>
                    </a:cubicBezTo>
                    <a:cubicBezTo>
                      <a:pt x="2166" y="3485"/>
                      <a:pt x="2445" y="1859"/>
                      <a:pt x="2649" y="1035"/>
                    </a:cubicBezTo>
                    <a:cubicBezTo>
                      <a:pt x="2796" y="464"/>
                      <a:pt x="2535" y="1"/>
                      <a:pt x="2176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84"/>
              <p:cNvSpPr/>
              <p:nvPr/>
            </p:nvSpPr>
            <p:spPr>
              <a:xfrm>
                <a:off x="7319729" y="1841175"/>
                <a:ext cx="370450" cy="535651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5029" extrusionOk="0">
                    <a:moveTo>
                      <a:pt x="3477" y="1"/>
                    </a:moveTo>
                    <a:lnTo>
                      <a:pt x="3477" y="1"/>
                    </a:lnTo>
                    <a:cubicBezTo>
                      <a:pt x="3477" y="1"/>
                      <a:pt x="2157" y="171"/>
                      <a:pt x="1654" y="538"/>
                    </a:cubicBezTo>
                    <a:cubicBezTo>
                      <a:pt x="1239" y="838"/>
                      <a:pt x="1" y="3811"/>
                      <a:pt x="1" y="3811"/>
                    </a:cubicBezTo>
                    <a:cubicBezTo>
                      <a:pt x="1" y="3811"/>
                      <a:pt x="1041" y="4879"/>
                      <a:pt x="2062" y="5029"/>
                    </a:cubicBezTo>
                    <a:lnTo>
                      <a:pt x="3287" y="3205"/>
                    </a:lnTo>
                    <a:lnTo>
                      <a:pt x="347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84"/>
              <p:cNvSpPr/>
              <p:nvPr/>
            </p:nvSpPr>
            <p:spPr>
              <a:xfrm>
                <a:off x="7472681" y="1839790"/>
                <a:ext cx="742073" cy="1007395"/>
              </a:xfrm>
              <a:custGeom>
                <a:avLst/>
                <a:gdLst/>
                <a:ahLst/>
                <a:cxnLst/>
                <a:rect l="l" t="t" r="r" b="b"/>
                <a:pathLst>
                  <a:path w="6967" h="9458" extrusionOk="0">
                    <a:moveTo>
                      <a:pt x="4150" y="0"/>
                    </a:moveTo>
                    <a:cubicBezTo>
                      <a:pt x="4150" y="0"/>
                      <a:pt x="3952" y="865"/>
                      <a:pt x="3134" y="865"/>
                    </a:cubicBezTo>
                    <a:cubicBezTo>
                      <a:pt x="3121" y="865"/>
                      <a:pt x="3109" y="865"/>
                      <a:pt x="3096" y="864"/>
                    </a:cubicBezTo>
                    <a:cubicBezTo>
                      <a:pt x="2245" y="837"/>
                      <a:pt x="2041" y="14"/>
                      <a:pt x="2041" y="14"/>
                    </a:cubicBezTo>
                    <a:cubicBezTo>
                      <a:pt x="2041" y="14"/>
                      <a:pt x="1504" y="150"/>
                      <a:pt x="1089" y="1082"/>
                    </a:cubicBezTo>
                    <a:cubicBezTo>
                      <a:pt x="674" y="2007"/>
                      <a:pt x="667" y="3116"/>
                      <a:pt x="592" y="3960"/>
                    </a:cubicBezTo>
                    <a:cubicBezTo>
                      <a:pt x="517" y="4804"/>
                      <a:pt x="0" y="9205"/>
                      <a:pt x="0" y="9205"/>
                    </a:cubicBezTo>
                    <a:cubicBezTo>
                      <a:pt x="1218" y="9362"/>
                      <a:pt x="2449" y="9450"/>
                      <a:pt x="3681" y="9457"/>
                    </a:cubicBezTo>
                    <a:cubicBezTo>
                      <a:pt x="4783" y="9457"/>
                      <a:pt x="5885" y="9348"/>
                      <a:pt x="6967" y="9124"/>
                    </a:cubicBezTo>
                    <a:lnTo>
                      <a:pt x="5776" y="1300"/>
                    </a:lnTo>
                    <a:lnTo>
                      <a:pt x="41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84"/>
              <p:cNvSpPr/>
              <p:nvPr/>
            </p:nvSpPr>
            <p:spPr>
              <a:xfrm>
                <a:off x="8013977" y="1973783"/>
                <a:ext cx="359480" cy="460347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322" extrusionOk="0">
                    <a:moveTo>
                      <a:pt x="1300" y="1"/>
                    </a:moveTo>
                    <a:lnTo>
                      <a:pt x="0" y="987"/>
                    </a:lnTo>
                    <a:cubicBezTo>
                      <a:pt x="0" y="987"/>
                      <a:pt x="1722" y="4001"/>
                      <a:pt x="2212" y="4260"/>
                    </a:cubicBezTo>
                    <a:cubicBezTo>
                      <a:pt x="2291" y="4302"/>
                      <a:pt x="2377" y="4322"/>
                      <a:pt x="2463" y="4322"/>
                    </a:cubicBezTo>
                    <a:cubicBezTo>
                      <a:pt x="2909" y="4322"/>
                      <a:pt x="3375" y="3803"/>
                      <a:pt x="3130" y="3165"/>
                    </a:cubicBezTo>
                    <a:cubicBezTo>
                      <a:pt x="2831" y="2403"/>
                      <a:pt x="1300" y="1"/>
                      <a:pt x="130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84"/>
              <p:cNvSpPr/>
              <p:nvPr/>
            </p:nvSpPr>
            <p:spPr>
              <a:xfrm>
                <a:off x="7914708" y="1839790"/>
                <a:ext cx="415292" cy="530539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81" extrusionOk="0">
                    <a:moveTo>
                      <a:pt x="0" y="0"/>
                    </a:moveTo>
                    <a:lnTo>
                      <a:pt x="225" y="2511"/>
                    </a:lnTo>
                    <a:lnTo>
                      <a:pt x="2171" y="4980"/>
                    </a:lnTo>
                    <a:cubicBezTo>
                      <a:pt x="2899" y="4627"/>
                      <a:pt x="3511" y="4225"/>
                      <a:pt x="3899" y="3327"/>
                    </a:cubicBezTo>
                    <a:cubicBezTo>
                      <a:pt x="3892" y="3327"/>
                      <a:pt x="2729" y="932"/>
                      <a:pt x="2198" y="551"/>
                    </a:cubicBezTo>
                    <a:cubicBezTo>
                      <a:pt x="1660" y="16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84"/>
              <p:cNvSpPr/>
              <p:nvPr/>
            </p:nvSpPr>
            <p:spPr>
              <a:xfrm>
                <a:off x="7339327" y="2050685"/>
                <a:ext cx="500822" cy="437766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110" extrusionOk="0">
                    <a:moveTo>
                      <a:pt x="4457" y="0"/>
                    </a:moveTo>
                    <a:cubicBezTo>
                      <a:pt x="2021" y="1334"/>
                      <a:pt x="0" y="2681"/>
                      <a:pt x="0" y="2681"/>
                    </a:cubicBezTo>
                    <a:lnTo>
                      <a:pt x="633" y="4109"/>
                    </a:lnTo>
                    <a:cubicBezTo>
                      <a:pt x="2368" y="3531"/>
                      <a:pt x="4702" y="633"/>
                      <a:pt x="4702" y="633"/>
                    </a:cubicBezTo>
                    <a:lnTo>
                      <a:pt x="4457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84"/>
              <p:cNvSpPr/>
              <p:nvPr/>
            </p:nvSpPr>
            <p:spPr>
              <a:xfrm>
                <a:off x="7808195" y="2086899"/>
                <a:ext cx="529793" cy="345740"/>
              </a:xfrm>
              <a:custGeom>
                <a:avLst/>
                <a:gdLst/>
                <a:ahLst/>
                <a:cxnLst/>
                <a:rect l="l" t="t" r="r" b="b"/>
                <a:pathLst>
                  <a:path w="4974" h="3246" extrusionOk="0">
                    <a:moveTo>
                      <a:pt x="354" y="0"/>
                    </a:moveTo>
                    <a:lnTo>
                      <a:pt x="0" y="626"/>
                    </a:lnTo>
                    <a:cubicBezTo>
                      <a:pt x="0" y="626"/>
                      <a:pt x="1987" y="2388"/>
                      <a:pt x="4273" y="3246"/>
                    </a:cubicBezTo>
                    <a:lnTo>
                      <a:pt x="4974" y="1953"/>
                    </a:lnTo>
                    <a:cubicBezTo>
                      <a:pt x="3504" y="1143"/>
                      <a:pt x="1953" y="490"/>
                      <a:pt x="354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84"/>
              <p:cNvSpPr/>
              <p:nvPr/>
            </p:nvSpPr>
            <p:spPr>
              <a:xfrm>
                <a:off x="7813947" y="1885697"/>
                <a:ext cx="229854" cy="231771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2176" extrusionOk="0">
                    <a:moveTo>
                      <a:pt x="2060" y="1"/>
                    </a:moveTo>
                    <a:cubicBezTo>
                      <a:pt x="1984" y="1"/>
                      <a:pt x="1838" y="114"/>
                      <a:pt x="1586" y="304"/>
                    </a:cubicBezTo>
                    <a:cubicBezTo>
                      <a:pt x="1293" y="535"/>
                      <a:pt x="946" y="712"/>
                      <a:pt x="865" y="767"/>
                    </a:cubicBezTo>
                    <a:cubicBezTo>
                      <a:pt x="790" y="821"/>
                      <a:pt x="586" y="1052"/>
                      <a:pt x="429" y="1216"/>
                    </a:cubicBezTo>
                    <a:cubicBezTo>
                      <a:pt x="300" y="1338"/>
                      <a:pt x="150" y="1454"/>
                      <a:pt x="1" y="1549"/>
                    </a:cubicBezTo>
                    <a:lnTo>
                      <a:pt x="246" y="2175"/>
                    </a:lnTo>
                    <a:cubicBezTo>
                      <a:pt x="388" y="2100"/>
                      <a:pt x="579" y="2087"/>
                      <a:pt x="769" y="1985"/>
                    </a:cubicBezTo>
                    <a:cubicBezTo>
                      <a:pt x="960" y="1889"/>
                      <a:pt x="1008" y="1828"/>
                      <a:pt x="1212" y="1604"/>
                    </a:cubicBezTo>
                    <a:cubicBezTo>
                      <a:pt x="1423" y="1372"/>
                      <a:pt x="1484" y="1182"/>
                      <a:pt x="1586" y="1046"/>
                    </a:cubicBezTo>
                    <a:cubicBezTo>
                      <a:pt x="1695" y="910"/>
                      <a:pt x="1797" y="774"/>
                      <a:pt x="1892" y="631"/>
                    </a:cubicBezTo>
                    <a:cubicBezTo>
                      <a:pt x="1912" y="576"/>
                      <a:pt x="1926" y="515"/>
                      <a:pt x="1926" y="461"/>
                    </a:cubicBezTo>
                    <a:cubicBezTo>
                      <a:pt x="2157" y="236"/>
                      <a:pt x="2144" y="32"/>
                      <a:pt x="2082" y="5"/>
                    </a:cubicBezTo>
                    <a:cubicBezTo>
                      <a:pt x="2076" y="2"/>
                      <a:pt x="2069" y="1"/>
                      <a:pt x="20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84"/>
              <p:cNvSpPr/>
              <p:nvPr/>
            </p:nvSpPr>
            <p:spPr>
              <a:xfrm>
                <a:off x="7958910" y="1926704"/>
                <a:ext cx="64653" cy="51552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84" extrusionOk="0">
                    <a:moveTo>
                      <a:pt x="490" y="1"/>
                    </a:moveTo>
                    <a:cubicBezTo>
                      <a:pt x="443" y="1"/>
                      <a:pt x="402" y="35"/>
                      <a:pt x="347" y="96"/>
                    </a:cubicBezTo>
                    <a:cubicBezTo>
                      <a:pt x="279" y="157"/>
                      <a:pt x="28" y="423"/>
                      <a:pt x="14" y="436"/>
                    </a:cubicBezTo>
                    <a:cubicBezTo>
                      <a:pt x="0" y="443"/>
                      <a:pt x="0" y="463"/>
                      <a:pt x="14" y="477"/>
                    </a:cubicBezTo>
                    <a:cubicBezTo>
                      <a:pt x="21" y="484"/>
                      <a:pt x="28" y="484"/>
                      <a:pt x="34" y="484"/>
                    </a:cubicBezTo>
                    <a:cubicBezTo>
                      <a:pt x="41" y="484"/>
                      <a:pt x="55" y="484"/>
                      <a:pt x="62" y="477"/>
                    </a:cubicBezTo>
                    <a:cubicBezTo>
                      <a:pt x="62" y="477"/>
                      <a:pt x="320" y="205"/>
                      <a:pt x="388" y="137"/>
                    </a:cubicBezTo>
                    <a:cubicBezTo>
                      <a:pt x="429" y="96"/>
                      <a:pt x="463" y="62"/>
                      <a:pt x="490" y="62"/>
                    </a:cubicBezTo>
                    <a:cubicBezTo>
                      <a:pt x="504" y="62"/>
                      <a:pt x="517" y="76"/>
                      <a:pt x="545" y="96"/>
                    </a:cubicBezTo>
                    <a:cubicBezTo>
                      <a:pt x="551" y="102"/>
                      <a:pt x="558" y="105"/>
                      <a:pt x="565" y="105"/>
                    </a:cubicBezTo>
                    <a:cubicBezTo>
                      <a:pt x="587" y="105"/>
                      <a:pt x="606" y="76"/>
                      <a:pt x="585" y="55"/>
                    </a:cubicBezTo>
                    <a:cubicBezTo>
                      <a:pt x="558" y="28"/>
                      <a:pt x="524" y="8"/>
                      <a:pt x="4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84"/>
              <p:cNvSpPr/>
              <p:nvPr/>
            </p:nvSpPr>
            <p:spPr>
              <a:xfrm>
                <a:off x="7941549" y="1883034"/>
                <a:ext cx="93624" cy="822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72" extrusionOk="0">
                    <a:moveTo>
                      <a:pt x="828" y="0"/>
                    </a:moveTo>
                    <a:cubicBezTo>
                      <a:pt x="821" y="0"/>
                      <a:pt x="814" y="3"/>
                      <a:pt x="810" y="9"/>
                    </a:cubicBezTo>
                    <a:cubicBezTo>
                      <a:pt x="728" y="118"/>
                      <a:pt x="633" y="213"/>
                      <a:pt x="537" y="309"/>
                    </a:cubicBezTo>
                    <a:cubicBezTo>
                      <a:pt x="408" y="431"/>
                      <a:pt x="20" y="717"/>
                      <a:pt x="20" y="717"/>
                    </a:cubicBezTo>
                    <a:cubicBezTo>
                      <a:pt x="0" y="737"/>
                      <a:pt x="7" y="771"/>
                      <a:pt x="41" y="771"/>
                    </a:cubicBezTo>
                    <a:cubicBezTo>
                      <a:pt x="48" y="771"/>
                      <a:pt x="48" y="771"/>
                      <a:pt x="54" y="764"/>
                    </a:cubicBezTo>
                    <a:cubicBezTo>
                      <a:pt x="75" y="758"/>
                      <a:pt x="449" y="472"/>
                      <a:pt x="578" y="356"/>
                    </a:cubicBezTo>
                    <a:cubicBezTo>
                      <a:pt x="674" y="261"/>
                      <a:pt x="769" y="152"/>
                      <a:pt x="857" y="50"/>
                    </a:cubicBezTo>
                    <a:cubicBezTo>
                      <a:pt x="878" y="29"/>
                      <a:pt x="851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84"/>
              <p:cNvSpPr/>
              <p:nvPr/>
            </p:nvSpPr>
            <p:spPr>
              <a:xfrm>
                <a:off x="7626272" y="1903378"/>
                <a:ext cx="219629" cy="250304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350" extrusionOk="0">
                    <a:moveTo>
                      <a:pt x="114" y="1"/>
                    </a:moveTo>
                    <a:cubicBezTo>
                      <a:pt x="110" y="1"/>
                      <a:pt x="106" y="1"/>
                      <a:pt x="103" y="2"/>
                    </a:cubicBezTo>
                    <a:cubicBezTo>
                      <a:pt x="34" y="22"/>
                      <a:pt x="0" y="227"/>
                      <a:pt x="218" y="471"/>
                    </a:cubicBezTo>
                    <a:cubicBezTo>
                      <a:pt x="205" y="526"/>
                      <a:pt x="211" y="587"/>
                      <a:pt x="232" y="642"/>
                    </a:cubicBezTo>
                    <a:cubicBezTo>
                      <a:pt x="307" y="798"/>
                      <a:pt x="395" y="948"/>
                      <a:pt x="490" y="1091"/>
                    </a:cubicBezTo>
                    <a:cubicBezTo>
                      <a:pt x="579" y="1233"/>
                      <a:pt x="674" y="1478"/>
                      <a:pt x="858" y="1723"/>
                    </a:cubicBezTo>
                    <a:cubicBezTo>
                      <a:pt x="1041" y="1968"/>
                      <a:pt x="1035" y="1995"/>
                      <a:pt x="1211" y="2111"/>
                    </a:cubicBezTo>
                    <a:cubicBezTo>
                      <a:pt x="1382" y="2227"/>
                      <a:pt x="1579" y="2261"/>
                      <a:pt x="1708" y="2349"/>
                    </a:cubicBezTo>
                    <a:lnTo>
                      <a:pt x="2062" y="1723"/>
                    </a:lnTo>
                    <a:cubicBezTo>
                      <a:pt x="1899" y="1628"/>
                      <a:pt x="1749" y="1512"/>
                      <a:pt x="1627" y="1370"/>
                    </a:cubicBezTo>
                    <a:cubicBezTo>
                      <a:pt x="1490" y="1199"/>
                      <a:pt x="1307" y="948"/>
                      <a:pt x="1239" y="886"/>
                    </a:cubicBezTo>
                    <a:cubicBezTo>
                      <a:pt x="1001" y="716"/>
                      <a:pt x="776" y="539"/>
                      <a:pt x="565" y="349"/>
                    </a:cubicBezTo>
                    <a:cubicBezTo>
                      <a:pt x="320" y="123"/>
                      <a:pt x="191" y="1"/>
                      <a:pt x="114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84"/>
              <p:cNvSpPr/>
              <p:nvPr/>
            </p:nvSpPr>
            <p:spPr>
              <a:xfrm>
                <a:off x="7645125" y="1946303"/>
                <a:ext cx="58795" cy="5666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32" extrusionOk="0">
                    <a:moveTo>
                      <a:pt x="116" y="0"/>
                    </a:moveTo>
                    <a:cubicBezTo>
                      <a:pt x="75" y="0"/>
                      <a:pt x="41" y="14"/>
                      <a:pt x="14" y="41"/>
                    </a:cubicBezTo>
                    <a:cubicBezTo>
                      <a:pt x="0" y="55"/>
                      <a:pt x="0" y="75"/>
                      <a:pt x="14" y="89"/>
                    </a:cubicBezTo>
                    <a:cubicBezTo>
                      <a:pt x="21" y="92"/>
                      <a:pt x="29" y="94"/>
                      <a:pt x="37" y="94"/>
                    </a:cubicBezTo>
                    <a:cubicBezTo>
                      <a:pt x="45" y="94"/>
                      <a:pt x="51" y="92"/>
                      <a:pt x="55" y="89"/>
                    </a:cubicBezTo>
                    <a:cubicBezTo>
                      <a:pt x="75" y="68"/>
                      <a:pt x="96" y="62"/>
                      <a:pt x="116" y="62"/>
                    </a:cubicBezTo>
                    <a:cubicBezTo>
                      <a:pt x="136" y="62"/>
                      <a:pt x="170" y="96"/>
                      <a:pt x="204" y="143"/>
                    </a:cubicBezTo>
                    <a:cubicBezTo>
                      <a:pt x="266" y="218"/>
                      <a:pt x="504" y="517"/>
                      <a:pt x="504" y="517"/>
                    </a:cubicBezTo>
                    <a:cubicBezTo>
                      <a:pt x="504" y="524"/>
                      <a:pt x="517" y="531"/>
                      <a:pt x="524" y="531"/>
                    </a:cubicBezTo>
                    <a:cubicBezTo>
                      <a:pt x="531" y="531"/>
                      <a:pt x="531" y="524"/>
                      <a:pt x="538" y="524"/>
                    </a:cubicBezTo>
                    <a:cubicBezTo>
                      <a:pt x="551" y="517"/>
                      <a:pt x="551" y="497"/>
                      <a:pt x="545" y="483"/>
                    </a:cubicBezTo>
                    <a:cubicBezTo>
                      <a:pt x="531" y="470"/>
                      <a:pt x="313" y="184"/>
                      <a:pt x="245" y="109"/>
                    </a:cubicBezTo>
                    <a:cubicBezTo>
                      <a:pt x="198" y="48"/>
                      <a:pt x="164" y="7"/>
                      <a:pt x="1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84"/>
              <p:cNvSpPr/>
              <p:nvPr/>
            </p:nvSpPr>
            <p:spPr>
              <a:xfrm>
                <a:off x="7637988" y="1901355"/>
                <a:ext cx="84784" cy="90749"/>
              </a:xfrm>
              <a:custGeom>
                <a:avLst/>
                <a:gdLst/>
                <a:ahLst/>
                <a:cxnLst/>
                <a:rect l="l" t="t" r="r" b="b"/>
                <a:pathLst>
                  <a:path w="796" h="852" extrusionOk="0">
                    <a:moveTo>
                      <a:pt x="44" y="0"/>
                    </a:moveTo>
                    <a:cubicBezTo>
                      <a:pt x="22" y="0"/>
                      <a:pt x="0" y="24"/>
                      <a:pt x="20" y="48"/>
                    </a:cubicBezTo>
                    <a:cubicBezTo>
                      <a:pt x="95" y="164"/>
                      <a:pt x="176" y="273"/>
                      <a:pt x="265" y="382"/>
                    </a:cubicBezTo>
                    <a:cubicBezTo>
                      <a:pt x="380" y="511"/>
                      <a:pt x="727" y="831"/>
                      <a:pt x="741" y="844"/>
                    </a:cubicBezTo>
                    <a:cubicBezTo>
                      <a:pt x="748" y="851"/>
                      <a:pt x="755" y="851"/>
                      <a:pt x="761" y="851"/>
                    </a:cubicBezTo>
                    <a:cubicBezTo>
                      <a:pt x="775" y="851"/>
                      <a:pt x="782" y="844"/>
                      <a:pt x="782" y="844"/>
                    </a:cubicBezTo>
                    <a:cubicBezTo>
                      <a:pt x="795" y="831"/>
                      <a:pt x="795" y="810"/>
                      <a:pt x="782" y="797"/>
                    </a:cubicBezTo>
                    <a:cubicBezTo>
                      <a:pt x="782" y="797"/>
                      <a:pt x="428" y="470"/>
                      <a:pt x="312" y="341"/>
                    </a:cubicBezTo>
                    <a:cubicBezTo>
                      <a:pt x="224" y="239"/>
                      <a:pt x="142" y="130"/>
                      <a:pt x="67" y="14"/>
                    </a:cubicBezTo>
                    <a:cubicBezTo>
                      <a:pt x="61" y="4"/>
                      <a:pt x="52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84"/>
              <p:cNvSpPr/>
              <p:nvPr/>
            </p:nvSpPr>
            <p:spPr>
              <a:xfrm>
                <a:off x="7725648" y="2098509"/>
                <a:ext cx="81908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769" h="525" extrusionOk="0">
                    <a:moveTo>
                      <a:pt x="43" y="1"/>
                    </a:moveTo>
                    <a:cubicBezTo>
                      <a:pt x="20" y="1"/>
                      <a:pt x="0" y="28"/>
                      <a:pt x="20" y="48"/>
                    </a:cubicBezTo>
                    <a:cubicBezTo>
                      <a:pt x="115" y="163"/>
                      <a:pt x="238" y="252"/>
                      <a:pt x="374" y="306"/>
                    </a:cubicBezTo>
                    <a:cubicBezTo>
                      <a:pt x="503" y="354"/>
                      <a:pt x="619" y="422"/>
                      <a:pt x="714" y="517"/>
                    </a:cubicBezTo>
                    <a:cubicBezTo>
                      <a:pt x="721" y="517"/>
                      <a:pt x="728" y="524"/>
                      <a:pt x="734" y="524"/>
                    </a:cubicBezTo>
                    <a:cubicBezTo>
                      <a:pt x="748" y="524"/>
                      <a:pt x="755" y="524"/>
                      <a:pt x="762" y="517"/>
                    </a:cubicBezTo>
                    <a:cubicBezTo>
                      <a:pt x="768" y="504"/>
                      <a:pt x="768" y="483"/>
                      <a:pt x="762" y="476"/>
                    </a:cubicBezTo>
                    <a:cubicBezTo>
                      <a:pt x="653" y="374"/>
                      <a:pt x="530" y="300"/>
                      <a:pt x="394" y="252"/>
                    </a:cubicBezTo>
                    <a:cubicBezTo>
                      <a:pt x="265" y="197"/>
                      <a:pt x="149" y="116"/>
                      <a:pt x="68" y="14"/>
                    </a:cubicBezTo>
                    <a:cubicBezTo>
                      <a:pt x="60" y="5"/>
                      <a:pt x="51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84"/>
              <p:cNvSpPr/>
              <p:nvPr/>
            </p:nvSpPr>
            <p:spPr>
              <a:xfrm>
                <a:off x="7861025" y="2712447"/>
                <a:ext cx="282045" cy="8755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822" extrusionOk="0">
                    <a:moveTo>
                      <a:pt x="38" y="0"/>
                    </a:moveTo>
                    <a:cubicBezTo>
                      <a:pt x="24" y="0"/>
                      <a:pt x="13" y="11"/>
                      <a:pt x="8" y="26"/>
                    </a:cubicBezTo>
                    <a:cubicBezTo>
                      <a:pt x="1" y="46"/>
                      <a:pt x="8" y="67"/>
                      <a:pt x="28" y="74"/>
                    </a:cubicBezTo>
                    <a:cubicBezTo>
                      <a:pt x="42" y="80"/>
                      <a:pt x="1559" y="666"/>
                      <a:pt x="2600" y="822"/>
                    </a:cubicBezTo>
                    <a:lnTo>
                      <a:pt x="2607" y="822"/>
                    </a:lnTo>
                    <a:cubicBezTo>
                      <a:pt x="2627" y="822"/>
                      <a:pt x="2641" y="808"/>
                      <a:pt x="2647" y="788"/>
                    </a:cubicBezTo>
                    <a:cubicBezTo>
                      <a:pt x="2647" y="768"/>
                      <a:pt x="2634" y="747"/>
                      <a:pt x="2613" y="747"/>
                    </a:cubicBezTo>
                    <a:cubicBezTo>
                      <a:pt x="1579" y="591"/>
                      <a:pt x="69" y="6"/>
                      <a:pt x="55" y="6"/>
                    </a:cubicBezTo>
                    <a:cubicBezTo>
                      <a:pt x="50" y="2"/>
                      <a:pt x="44" y="0"/>
                      <a:pt x="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84"/>
              <p:cNvSpPr/>
              <p:nvPr/>
            </p:nvSpPr>
            <p:spPr>
              <a:xfrm>
                <a:off x="7820444" y="2604763"/>
                <a:ext cx="127708" cy="97459"/>
              </a:xfrm>
              <a:custGeom>
                <a:avLst/>
                <a:gdLst/>
                <a:ahLst/>
                <a:cxnLst/>
                <a:rect l="l" t="t" r="r" b="b"/>
                <a:pathLst>
                  <a:path w="1199" h="915" extrusionOk="0">
                    <a:moveTo>
                      <a:pt x="45" y="0"/>
                    </a:moveTo>
                    <a:cubicBezTo>
                      <a:pt x="34" y="0"/>
                      <a:pt x="22" y="5"/>
                      <a:pt x="14" y="16"/>
                    </a:cubicBezTo>
                    <a:cubicBezTo>
                      <a:pt x="1" y="30"/>
                      <a:pt x="8" y="57"/>
                      <a:pt x="21" y="71"/>
                    </a:cubicBezTo>
                    <a:cubicBezTo>
                      <a:pt x="28" y="78"/>
                      <a:pt x="797" y="683"/>
                      <a:pt x="1130" y="908"/>
                    </a:cubicBezTo>
                    <a:cubicBezTo>
                      <a:pt x="1137" y="908"/>
                      <a:pt x="1144" y="915"/>
                      <a:pt x="1157" y="915"/>
                    </a:cubicBezTo>
                    <a:cubicBezTo>
                      <a:pt x="1171" y="915"/>
                      <a:pt x="1178" y="908"/>
                      <a:pt x="1191" y="894"/>
                    </a:cubicBezTo>
                    <a:cubicBezTo>
                      <a:pt x="1198" y="874"/>
                      <a:pt x="1198" y="853"/>
                      <a:pt x="1178" y="840"/>
                    </a:cubicBezTo>
                    <a:cubicBezTo>
                      <a:pt x="844" y="615"/>
                      <a:pt x="82" y="16"/>
                      <a:pt x="69" y="10"/>
                    </a:cubicBezTo>
                    <a:cubicBezTo>
                      <a:pt x="63" y="4"/>
                      <a:pt x="54" y="0"/>
                      <a:pt x="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84"/>
              <p:cNvSpPr/>
              <p:nvPr/>
            </p:nvSpPr>
            <p:spPr>
              <a:xfrm>
                <a:off x="7527748" y="2135256"/>
                <a:ext cx="21835" cy="7924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744" extrusionOk="0">
                    <a:moveTo>
                      <a:pt x="160" y="0"/>
                    </a:moveTo>
                    <a:cubicBezTo>
                      <a:pt x="143" y="0"/>
                      <a:pt x="128" y="14"/>
                      <a:pt x="123" y="36"/>
                    </a:cubicBezTo>
                    <a:lnTo>
                      <a:pt x="7" y="696"/>
                    </a:lnTo>
                    <a:cubicBezTo>
                      <a:pt x="0" y="717"/>
                      <a:pt x="14" y="737"/>
                      <a:pt x="34" y="744"/>
                    </a:cubicBezTo>
                    <a:lnTo>
                      <a:pt x="41" y="744"/>
                    </a:lnTo>
                    <a:cubicBezTo>
                      <a:pt x="61" y="744"/>
                      <a:pt x="75" y="730"/>
                      <a:pt x="82" y="710"/>
                    </a:cubicBezTo>
                    <a:lnTo>
                      <a:pt x="204" y="50"/>
                    </a:lnTo>
                    <a:cubicBezTo>
                      <a:pt x="204" y="23"/>
                      <a:pt x="191" y="9"/>
                      <a:pt x="170" y="2"/>
                    </a:cubicBezTo>
                    <a:cubicBezTo>
                      <a:pt x="167" y="1"/>
                      <a:pt x="163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84"/>
              <p:cNvSpPr/>
              <p:nvPr/>
            </p:nvSpPr>
            <p:spPr>
              <a:xfrm>
                <a:off x="8106004" y="2114912"/>
                <a:ext cx="33445" cy="81482"/>
              </a:xfrm>
              <a:custGeom>
                <a:avLst/>
                <a:gdLst/>
                <a:ahLst/>
                <a:cxnLst/>
                <a:rect l="l" t="t" r="r" b="b"/>
                <a:pathLst>
                  <a:path w="314" h="765" extrusionOk="0">
                    <a:moveTo>
                      <a:pt x="44" y="0"/>
                    </a:moveTo>
                    <a:cubicBezTo>
                      <a:pt x="38" y="0"/>
                      <a:pt x="33" y="1"/>
                      <a:pt x="28" y="3"/>
                    </a:cubicBezTo>
                    <a:cubicBezTo>
                      <a:pt x="7" y="9"/>
                      <a:pt x="0" y="30"/>
                      <a:pt x="7" y="50"/>
                    </a:cubicBezTo>
                    <a:lnTo>
                      <a:pt x="232" y="737"/>
                    </a:lnTo>
                    <a:cubicBezTo>
                      <a:pt x="239" y="751"/>
                      <a:pt x="252" y="765"/>
                      <a:pt x="273" y="765"/>
                    </a:cubicBezTo>
                    <a:lnTo>
                      <a:pt x="286" y="765"/>
                    </a:lnTo>
                    <a:cubicBezTo>
                      <a:pt x="307" y="751"/>
                      <a:pt x="313" y="731"/>
                      <a:pt x="307" y="710"/>
                    </a:cubicBezTo>
                    <a:lnTo>
                      <a:pt x="82" y="23"/>
                    </a:lnTo>
                    <a:cubicBezTo>
                      <a:pt x="77" y="8"/>
                      <a:pt x="6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84"/>
            <p:cNvGrpSpPr/>
            <p:nvPr/>
          </p:nvGrpSpPr>
          <p:grpSpPr>
            <a:xfrm>
              <a:off x="5917721" y="760073"/>
              <a:ext cx="1267499" cy="3623342"/>
              <a:chOff x="6102291" y="760073"/>
              <a:chExt cx="1267499" cy="3623342"/>
            </a:xfrm>
          </p:grpSpPr>
          <p:sp>
            <p:nvSpPr>
              <p:cNvPr id="1129" name="Google Shape;1129;p84"/>
              <p:cNvSpPr/>
              <p:nvPr/>
            </p:nvSpPr>
            <p:spPr>
              <a:xfrm>
                <a:off x="6554437" y="4327496"/>
                <a:ext cx="386427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525" extrusionOk="0">
                    <a:moveTo>
                      <a:pt x="1" y="1"/>
                    </a:moveTo>
                    <a:lnTo>
                      <a:pt x="1" y="525"/>
                    </a:lnTo>
                    <a:lnTo>
                      <a:pt x="3627" y="525"/>
                    </a:lnTo>
                    <a:lnTo>
                      <a:pt x="36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84"/>
              <p:cNvSpPr/>
              <p:nvPr/>
            </p:nvSpPr>
            <p:spPr>
              <a:xfrm>
                <a:off x="6713140" y="1075244"/>
                <a:ext cx="69020" cy="330817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31059" extrusionOk="0">
                    <a:moveTo>
                      <a:pt x="1" y="1"/>
                    </a:moveTo>
                    <a:lnTo>
                      <a:pt x="1" y="31059"/>
                    </a:lnTo>
                    <a:lnTo>
                      <a:pt x="647" y="31059"/>
                    </a:lnTo>
                    <a:lnTo>
                      <a:pt x="64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84"/>
              <p:cNvSpPr/>
              <p:nvPr/>
            </p:nvSpPr>
            <p:spPr>
              <a:xfrm>
                <a:off x="6713140" y="1748509"/>
                <a:ext cx="69020" cy="22474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110" extrusionOk="0">
                    <a:moveTo>
                      <a:pt x="1" y="0"/>
                    </a:moveTo>
                    <a:lnTo>
                      <a:pt x="1" y="2109"/>
                    </a:lnTo>
                    <a:lnTo>
                      <a:pt x="647" y="2109"/>
                    </a:ln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84"/>
              <p:cNvSpPr/>
              <p:nvPr/>
            </p:nvSpPr>
            <p:spPr>
              <a:xfrm>
                <a:off x="6102291" y="760073"/>
                <a:ext cx="1267499" cy="1097931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0308" extrusionOk="0">
                    <a:moveTo>
                      <a:pt x="2974" y="0"/>
                    </a:moveTo>
                    <a:lnTo>
                      <a:pt x="1" y="5150"/>
                    </a:lnTo>
                    <a:lnTo>
                      <a:pt x="2974" y="10307"/>
                    </a:lnTo>
                    <a:lnTo>
                      <a:pt x="8927" y="10307"/>
                    </a:lnTo>
                    <a:lnTo>
                      <a:pt x="11900" y="5150"/>
                    </a:lnTo>
                    <a:lnTo>
                      <a:pt x="89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84"/>
              <p:cNvSpPr/>
              <p:nvPr/>
            </p:nvSpPr>
            <p:spPr>
              <a:xfrm>
                <a:off x="6137760" y="790429"/>
                <a:ext cx="1196561" cy="1036367"/>
              </a:xfrm>
              <a:custGeom>
                <a:avLst/>
                <a:gdLst/>
                <a:ahLst/>
                <a:cxnLst/>
                <a:rect l="l" t="t" r="r" b="b"/>
                <a:pathLst>
                  <a:path w="11234" h="9730" extrusionOk="0">
                    <a:moveTo>
                      <a:pt x="8294" y="232"/>
                    </a:moveTo>
                    <a:lnTo>
                      <a:pt x="10975" y="4865"/>
                    </a:lnTo>
                    <a:lnTo>
                      <a:pt x="8294" y="9499"/>
                    </a:lnTo>
                    <a:lnTo>
                      <a:pt x="2940" y="9499"/>
                    </a:lnTo>
                    <a:lnTo>
                      <a:pt x="266" y="4865"/>
                    </a:lnTo>
                    <a:lnTo>
                      <a:pt x="2940" y="232"/>
                    </a:lnTo>
                    <a:close/>
                    <a:moveTo>
                      <a:pt x="2811" y="1"/>
                    </a:moveTo>
                    <a:lnTo>
                      <a:pt x="1" y="4865"/>
                    </a:lnTo>
                    <a:lnTo>
                      <a:pt x="2811" y="9730"/>
                    </a:lnTo>
                    <a:lnTo>
                      <a:pt x="8424" y="9730"/>
                    </a:lnTo>
                    <a:lnTo>
                      <a:pt x="11234" y="4865"/>
                    </a:lnTo>
                    <a:lnTo>
                      <a:pt x="84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84"/>
              <p:cNvSpPr/>
              <p:nvPr/>
            </p:nvSpPr>
            <p:spPr>
              <a:xfrm>
                <a:off x="6305197" y="1162690"/>
                <a:ext cx="165307" cy="264151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2480" extrusionOk="0">
                    <a:moveTo>
                      <a:pt x="754" y="1"/>
                    </a:moveTo>
                    <a:cubicBezTo>
                      <a:pt x="569" y="1"/>
                      <a:pt x="387" y="62"/>
                      <a:pt x="239" y="173"/>
                    </a:cubicBezTo>
                    <a:cubicBezTo>
                      <a:pt x="89" y="289"/>
                      <a:pt x="14" y="465"/>
                      <a:pt x="21" y="642"/>
                    </a:cubicBezTo>
                    <a:cubicBezTo>
                      <a:pt x="14" y="792"/>
                      <a:pt x="62" y="942"/>
                      <a:pt x="157" y="1057"/>
                    </a:cubicBezTo>
                    <a:cubicBezTo>
                      <a:pt x="286" y="1200"/>
                      <a:pt x="443" y="1302"/>
                      <a:pt x="620" y="1363"/>
                    </a:cubicBezTo>
                    <a:cubicBezTo>
                      <a:pt x="776" y="1418"/>
                      <a:pt x="919" y="1493"/>
                      <a:pt x="1048" y="1588"/>
                    </a:cubicBezTo>
                    <a:cubicBezTo>
                      <a:pt x="1116" y="1642"/>
                      <a:pt x="1150" y="1731"/>
                      <a:pt x="1150" y="1819"/>
                    </a:cubicBezTo>
                    <a:cubicBezTo>
                      <a:pt x="1157" y="1908"/>
                      <a:pt x="1116" y="2003"/>
                      <a:pt x="1041" y="2057"/>
                    </a:cubicBezTo>
                    <a:cubicBezTo>
                      <a:pt x="950" y="2119"/>
                      <a:pt x="841" y="2147"/>
                      <a:pt x="731" y="2147"/>
                    </a:cubicBezTo>
                    <a:cubicBezTo>
                      <a:pt x="719" y="2147"/>
                      <a:pt x="707" y="2147"/>
                      <a:pt x="695" y="2146"/>
                    </a:cubicBezTo>
                    <a:cubicBezTo>
                      <a:pt x="579" y="2146"/>
                      <a:pt x="463" y="2125"/>
                      <a:pt x="348" y="2098"/>
                    </a:cubicBezTo>
                    <a:cubicBezTo>
                      <a:pt x="225" y="2071"/>
                      <a:pt x="109" y="2030"/>
                      <a:pt x="1" y="1976"/>
                    </a:cubicBezTo>
                    <a:lnTo>
                      <a:pt x="1" y="2350"/>
                    </a:lnTo>
                    <a:cubicBezTo>
                      <a:pt x="196" y="2438"/>
                      <a:pt x="404" y="2480"/>
                      <a:pt x="618" y="2480"/>
                    </a:cubicBezTo>
                    <a:cubicBezTo>
                      <a:pt x="634" y="2480"/>
                      <a:pt x="651" y="2480"/>
                      <a:pt x="667" y="2479"/>
                    </a:cubicBezTo>
                    <a:cubicBezTo>
                      <a:pt x="939" y="2479"/>
                      <a:pt x="1157" y="2418"/>
                      <a:pt x="1314" y="2296"/>
                    </a:cubicBezTo>
                    <a:cubicBezTo>
                      <a:pt x="1463" y="2173"/>
                      <a:pt x="1552" y="1983"/>
                      <a:pt x="1545" y="1792"/>
                    </a:cubicBezTo>
                    <a:cubicBezTo>
                      <a:pt x="1545" y="1690"/>
                      <a:pt x="1525" y="1595"/>
                      <a:pt x="1491" y="1506"/>
                    </a:cubicBezTo>
                    <a:cubicBezTo>
                      <a:pt x="1443" y="1425"/>
                      <a:pt x="1382" y="1350"/>
                      <a:pt x="1307" y="1289"/>
                    </a:cubicBezTo>
                    <a:cubicBezTo>
                      <a:pt x="1184" y="1207"/>
                      <a:pt x="1055" y="1139"/>
                      <a:pt x="919" y="1085"/>
                    </a:cubicBezTo>
                    <a:cubicBezTo>
                      <a:pt x="803" y="1044"/>
                      <a:pt x="695" y="989"/>
                      <a:pt x="592" y="928"/>
                    </a:cubicBezTo>
                    <a:cubicBezTo>
                      <a:pt x="538" y="894"/>
                      <a:pt x="497" y="853"/>
                      <a:pt x="463" y="799"/>
                    </a:cubicBezTo>
                    <a:cubicBezTo>
                      <a:pt x="436" y="751"/>
                      <a:pt x="422" y="697"/>
                      <a:pt x="422" y="642"/>
                    </a:cubicBezTo>
                    <a:cubicBezTo>
                      <a:pt x="416" y="554"/>
                      <a:pt x="456" y="472"/>
                      <a:pt x="518" y="418"/>
                    </a:cubicBezTo>
                    <a:cubicBezTo>
                      <a:pt x="597" y="363"/>
                      <a:pt x="688" y="335"/>
                      <a:pt x="780" y="335"/>
                    </a:cubicBezTo>
                    <a:cubicBezTo>
                      <a:pt x="790" y="335"/>
                      <a:pt x="800" y="335"/>
                      <a:pt x="810" y="336"/>
                    </a:cubicBezTo>
                    <a:cubicBezTo>
                      <a:pt x="1007" y="343"/>
                      <a:pt x="1205" y="391"/>
                      <a:pt x="1382" y="472"/>
                    </a:cubicBezTo>
                    <a:lnTo>
                      <a:pt x="1504" y="152"/>
                    </a:lnTo>
                    <a:cubicBezTo>
                      <a:pt x="1286" y="57"/>
                      <a:pt x="1048" y="3"/>
                      <a:pt x="810" y="3"/>
                    </a:cubicBezTo>
                    <a:cubicBezTo>
                      <a:pt x="791" y="2"/>
                      <a:pt x="773" y="1"/>
                      <a:pt x="7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84"/>
              <p:cNvSpPr/>
              <p:nvPr/>
            </p:nvSpPr>
            <p:spPr>
              <a:xfrm>
                <a:off x="6490742" y="1165779"/>
                <a:ext cx="192788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2417" extrusionOk="0">
                    <a:moveTo>
                      <a:pt x="0" y="1"/>
                    </a:moveTo>
                    <a:lnTo>
                      <a:pt x="0" y="341"/>
                    </a:lnTo>
                    <a:lnTo>
                      <a:pt x="708" y="341"/>
                    </a:lnTo>
                    <a:lnTo>
                      <a:pt x="708" y="2416"/>
                    </a:lnTo>
                    <a:lnTo>
                      <a:pt x="1102" y="2416"/>
                    </a:lnTo>
                    <a:lnTo>
                      <a:pt x="1102" y="341"/>
                    </a:lnTo>
                    <a:lnTo>
                      <a:pt x="1810" y="341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84"/>
              <p:cNvSpPr/>
              <p:nvPr/>
            </p:nvSpPr>
            <p:spPr>
              <a:xfrm>
                <a:off x="6710264" y="1162158"/>
                <a:ext cx="241464" cy="264684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2485" extrusionOk="0">
                    <a:moveTo>
                      <a:pt x="1093" y="333"/>
                    </a:moveTo>
                    <a:cubicBezTo>
                      <a:pt x="1108" y="333"/>
                      <a:pt x="1122" y="333"/>
                      <a:pt x="1137" y="334"/>
                    </a:cubicBezTo>
                    <a:cubicBezTo>
                      <a:pt x="1151" y="333"/>
                      <a:pt x="1164" y="333"/>
                      <a:pt x="1178" y="333"/>
                    </a:cubicBezTo>
                    <a:cubicBezTo>
                      <a:pt x="1367" y="333"/>
                      <a:pt x="1547" y="420"/>
                      <a:pt x="1668" y="566"/>
                    </a:cubicBezTo>
                    <a:cubicBezTo>
                      <a:pt x="1783" y="709"/>
                      <a:pt x="1845" y="933"/>
                      <a:pt x="1845" y="1239"/>
                    </a:cubicBezTo>
                    <a:cubicBezTo>
                      <a:pt x="1845" y="1539"/>
                      <a:pt x="1783" y="1770"/>
                      <a:pt x="1668" y="1920"/>
                    </a:cubicBezTo>
                    <a:cubicBezTo>
                      <a:pt x="1521" y="2073"/>
                      <a:pt x="1327" y="2149"/>
                      <a:pt x="1134" y="2149"/>
                    </a:cubicBezTo>
                    <a:cubicBezTo>
                      <a:pt x="940" y="2149"/>
                      <a:pt x="746" y="2073"/>
                      <a:pt x="599" y="1920"/>
                    </a:cubicBezTo>
                    <a:cubicBezTo>
                      <a:pt x="477" y="1763"/>
                      <a:pt x="423" y="1539"/>
                      <a:pt x="423" y="1246"/>
                    </a:cubicBezTo>
                    <a:cubicBezTo>
                      <a:pt x="423" y="947"/>
                      <a:pt x="484" y="722"/>
                      <a:pt x="599" y="566"/>
                    </a:cubicBezTo>
                    <a:cubicBezTo>
                      <a:pt x="726" y="414"/>
                      <a:pt x="905" y="333"/>
                      <a:pt x="1093" y="333"/>
                    </a:cubicBezTo>
                    <a:close/>
                    <a:moveTo>
                      <a:pt x="1137" y="1"/>
                    </a:moveTo>
                    <a:cubicBezTo>
                      <a:pt x="776" y="1"/>
                      <a:pt x="491" y="110"/>
                      <a:pt x="293" y="321"/>
                    </a:cubicBezTo>
                    <a:cubicBezTo>
                      <a:pt x="96" y="538"/>
                      <a:pt x="1" y="845"/>
                      <a:pt x="1" y="1239"/>
                    </a:cubicBezTo>
                    <a:cubicBezTo>
                      <a:pt x="1" y="1641"/>
                      <a:pt x="96" y="1947"/>
                      <a:pt x="293" y="2164"/>
                    </a:cubicBezTo>
                    <a:cubicBezTo>
                      <a:pt x="491" y="2375"/>
                      <a:pt x="770" y="2484"/>
                      <a:pt x="1137" y="2484"/>
                    </a:cubicBezTo>
                    <a:cubicBezTo>
                      <a:pt x="1491" y="2484"/>
                      <a:pt x="1770" y="2375"/>
                      <a:pt x="1967" y="2158"/>
                    </a:cubicBezTo>
                    <a:cubicBezTo>
                      <a:pt x="2164" y="1940"/>
                      <a:pt x="2260" y="1634"/>
                      <a:pt x="2260" y="1246"/>
                    </a:cubicBezTo>
                    <a:cubicBezTo>
                      <a:pt x="2266" y="845"/>
                      <a:pt x="2164" y="545"/>
                      <a:pt x="1967" y="328"/>
                    </a:cubicBezTo>
                    <a:cubicBezTo>
                      <a:pt x="1770" y="110"/>
                      <a:pt x="1498" y="1"/>
                      <a:pt x="11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84"/>
              <p:cNvSpPr/>
              <p:nvPr/>
            </p:nvSpPr>
            <p:spPr>
              <a:xfrm>
                <a:off x="7005943" y="1165779"/>
                <a:ext cx="171911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417" extrusionOk="0">
                    <a:moveTo>
                      <a:pt x="733" y="331"/>
                    </a:moveTo>
                    <a:cubicBezTo>
                      <a:pt x="850" y="331"/>
                      <a:pt x="970" y="366"/>
                      <a:pt x="1069" y="436"/>
                    </a:cubicBezTo>
                    <a:cubicBezTo>
                      <a:pt x="1157" y="511"/>
                      <a:pt x="1205" y="627"/>
                      <a:pt x="1198" y="743"/>
                    </a:cubicBezTo>
                    <a:cubicBezTo>
                      <a:pt x="1205" y="872"/>
                      <a:pt x="1157" y="994"/>
                      <a:pt x="1055" y="1076"/>
                    </a:cubicBezTo>
                    <a:cubicBezTo>
                      <a:pt x="960" y="1144"/>
                      <a:pt x="810" y="1178"/>
                      <a:pt x="613" y="1178"/>
                    </a:cubicBezTo>
                    <a:lnTo>
                      <a:pt x="402" y="1178"/>
                    </a:lnTo>
                    <a:lnTo>
                      <a:pt x="402" y="334"/>
                    </a:lnTo>
                    <a:lnTo>
                      <a:pt x="674" y="334"/>
                    </a:lnTo>
                    <a:cubicBezTo>
                      <a:pt x="694" y="332"/>
                      <a:pt x="713" y="331"/>
                      <a:pt x="733" y="331"/>
                    </a:cubicBezTo>
                    <a:close/>
                    <a:moveTo>
                      <a:pt x="1" y="1"/>
                    </a:moveTo>
                    <a:lnTo>
                      <a:pt x="1" y="2416"/>
                    </a:lnTo>
                    <a:lnTo>
                      <a:pt x="395" y="2416"/>
                    </a:lnTo>
                    <a:lnTo>
                      <a:pt x="395" y="1511"/>
                    </a:lnTo>
                    <a:lnTo>
                      <a:pt x="647" y="1511"/>
                    </a:lnTo>
                    <a:cubicBezTo>
                      <a:pt x="953" y="1511"/>
                      <a:pt x="1191" y="1443"/>
                      <a:pt x="1355" y="1314"/>
                    </a:cubicBezTo>
                    <a:cubicBezTo>
                      <a:pt x="1525" y="1171"/>
                      <a:pt x="1613" y="953"/>
                      <a:pt x="1599" y="736"/>
                    </a:cubicBezTo>
                    <a:cubicBezTo>
                      <a:pt x="1613" y="525"/>
                      <a:pt x="1531" y="321"/>
                      <a:pt x="1375" y="185"/>
                    </a:cubicBezTo>
                    <a:cubicBezTo>
                      <a:pt x="1225" y="62"/>
                      <a:pt x="994" y="1"/>
                      <a:pt x="6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38" name="Google Shape;1138;p84"/>
          <p:cNvSpPr/>
          <p:nvPr/>
        </p:nvSpPr>
        <p:spPr>
          <a:xfrm>
            <a:off x="5916175" y="3223000"/>
            <a:ext cx="183000" cy="1584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84"/>
          <p:cNvSpPr txBox="1">
            <a:spLocks noGrp="1"/>
          </p:cNvSpPr>
          <p:nvPr>
            <p:ph type="title" idx="2"/>
          </p:nvPr>
        </p:nvSpPr>
        <p:spPr>
          <a:xfrm>
            <a:off x="2649150" y="946224"/>
            <a:ext cx="1148400" cy="114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40" name="Google Shape;1140;p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Novelty &amp; Research Contribution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85"/>
          <p:cNvSpPr txBox="1"/>
          <p:nvPr/>
        </p:nvSpPr>
        <p:spPr>
          <a:xfrm flipH="1">
            <a:off x="713400" y="1495400"/>
            <a:ext cx="2694300" cy="1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First framework to</a:t>
            </a:r>
            <a:r>
              <a:rPr lang="en" b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jointly co-design RL control, multi-tier anomaly detection, and confidence-aware offloading</a:t>
            </a:r>
            <a:r>
              <a:rPr lang="en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as one optimization problem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7" name="Google Shape;1147;p85"/>
          <p:cNvSpPr txBox="1"/>
          <p:nvPr/>
        </p:nvSpPr>
        <p:spPr>
          <a:xfrm flipH="1">
            <a:off x="713400" y="3242272"/>
            <a:ext cx="2694300" cy="1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reproducible, containerized methodology</a:t>
            </a:r>
            <a:r>
              <a:rPr lang="en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for measuring accuracy-latency-energy trade-offs, generalizable beyond traffic control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8" name="Google Shape;1148;p85"/>
          <p:cNvSpPr txBox="1"/>
          <p:nvPr/>
        </p:nvSpPr>
        <p:spPr>
          <a:xfrm flipH="1">
            <a:off x="5736300" y="1442926"/>
            <a:ext cx="2694300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general offloading formulation combining model confidence with systems signals (latency, energy, device load)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9" name="Google Shape;1149;p85"/>
          <p:cNvSpPr txBox="1"/>
          <p:nvPr/>
        </p:nvSpPr>
        <p:spPr>
          <a:xfrm flipH="1">
            <a:off x="5736300" y="3242272"/>
            <a:ext cx="26943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Empirical evidence on </a:t>
            </a:r>
            <a:r>
              <a:rPr lang="en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how resource constraints jointly affect RL policy quality and detection accuracy</a:t>
            </a:r>
            <a:r>
              <a:rPr lang="en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typically studied in isolation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50" name="Google Shape;1150;p85"/>
          <p:cNvGrpSpPr/>
          <p:nvPr/>
        </p:nvGrpSpPr>
        <p:grpSpPr>
          <a:xfrm>
            <a:off x="4005048" y="1362427"/>
            <a:ext cx="1133904" cy="3241442"/>
            <a:chOff x="6102291" y="760073"/>
            <a:chExt cx="1267499" cy="3623342"/>
          </a:xfrm>
        </p:grpSpPr>
        <p:sp>
          <p:nvSpPr>
            <p:cNvPr id="1151" name="Google Shape;1151;p85"/>
            <p:cNvSpPr/>
            <p:nvPr/>
          </p:nvSpPr>
          <p:spPr>
            <a:xfrm>
              <a:off x="6554437" y="4327496"/>
              <a:ext cx="386427" cy="55919"/>
            </a:xfrm>
            <a:custGeom>
              <a:avLst/>
              <a:gdLst/>
              <a:ahLst/>
              <a:cxnLst/>
              <a:rect l="l" t="t" r="r" b="b"/>
              <a:pathLst>
                <a:path w="3628" h="525" extrusionOk="0">
                  <a:moveTo>
                    <a:pt x="1" y="1"/>
                  </a:moveTo>
                  <a:lnTo>
                    <a:pt x="1" y="525"/>
                  </a:lnTo>
                  <a:lnTo>
                    <a:pt x="3627" y="525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5"/>
            <p:cNvSpPr/>
            <p:nvPr/>
          </p:nvSpPr>
          <p:spPr>
            <a:xfrm>
              <a:off x="6713140" y="1075244"/>
              <a:ext cx="69020" cy="3308172"/>
            </a:xfrm>
            <a:custGeom>
              <a:avLst/>
              <a:gdLst/>
              <a:ahLst/>
              <a:cxnLst/>
              <a:rect l="l" t="t" r="r" b="b"/>
              <a:pathLst>
                <a:path w="648" h="31059" extrusionOk="0">
                  <a:moveTo>
                    <a:pt x="1" y="1"/>
                  </a:moveTo>
                  <a:lnTo>
                    <a:pt x="1" y="31059"/>
                  </a:lnTo>
                  <a:lnTo>
                    <a:pt x="647" y="31059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5"/>
            <p:cNvSpPr/>
            <p:nvPr/>
          </p:nvSpPr>
          <p:spPr>
            <a:xfrm>
              <a:off x="6713140" y="1748509"/>
              <a:ext cx="69020" cy="224741"/>
            </a:xfrm>
            <a:custGeom>
              <a:avLst/>
              <a:gdLst/>
              <a:ahLst/>
              <a:cxnLst/>
              <a:rect l="l" t="t" r="r" b="b"/>
              <a:pathLst>
                <a:path w="648" h="2110" extrusionOk="0">
                  <a:moveTo>
                    <a:pt x="1" y="0"/>
                  </a:moveTo>
                  <a:lnTo>
                    <a:pt x="1" y="2109"/>
                  </a:lnTo>
                  <a:lnTo>
                    <a:pt x="647" y="2109"/>
                  </a:lnTo>
                  <a:lnTo>
                    <a:pt x="6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5"/>
            <p:cNvSpPr/>
            <p:nvPr/>
          </p:nvSpPr>
          <p:spPr>
            <a:xfrm>
              <a:off x="6102291" y="760073"/>
              <a:ext cx="1267499" cy="1097931"/>
            </a:xfrm>
            <a:custGeom>
              <a:avLst/>
              <a:gdLst/>
              <a:ahLst/>
              <a:cxnLst/>
              <a:rect l="l" t="t" r="r" b="b"/>
              <a:pathLst>
                <a:path w="11900" h="10308" extrusionOk="0">
                  <a:moveTo>
                    <a:pt x="2974" y="0"/>
                  </a:moveTo>
                  <a:lnTo>
                    <a:pt x="1" y="5150"/>
                  </a:lnTo>
                  <a:lnTo>
                    <a:pt x="2974" y="10307"/>
                  </a:lnTo>
                  <a:lnTo>
                    <a:pt x="8927" y="10307"/>
                  </a:lnTo>
                  <a:lnTo>
                    <a:pt x="11900" y="5150"/>
                  </a:lnTo>
                  <a:lnTo>
                    <a:pt x="89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5"/>
            <p:cNvSpPr/>
            <p:nvPr/>
          </p:nvSpPr>
          <p:spPr>
            <a:xfrm>
              <a:off x="6137760" y="790429"/>
              <a:ext cx="1196561" cy="1036367"/>
            </a:xfrm>
            <a:custGeom>
              <a:avLst/>
              <a:gdLst/>
              <a:ahLst/>
              <a:cxnLst/>
              <a:rect l="l" t="t" r="r" b="b"/>
              <a:pathLst>
                <a:path w="11234" h="9730" extrusionOk="0">
                  <a:moveTo>
                    <a:pt x="8294" y="232"/>
                  </a:moveTo>
                  <a:lnTo>
                    <a:pt x="10975" y="4865"/>
                  </a:lnTo>
                  <a:lnTo>
                    <a:pt x="8294" y="9499"/>
                  </a:lnTo>
                  <a:lnTo>
                    <a:pt x="2940" y="9499"/>
                  </a:lnTo>
                  <a:lnTo>
                    <a:pt x="266" y="4865"/>
                  </a:lnTo>
                  <a:lnTo>
                    <a:pt x="2940" y="232"/>
                  </a:lnTo>
                  <a:close/>
                  <a:moveTo>
                    <a:pt x="2811" y="1"/>
                  </a:moveTo>
                  <a:lnTo>
                    <a:pt x="1" y="4865"/>
                  </a:lnTo>
                  <a:lnTo>
                    <a:pt x="2811" y="9730"/>
                  </a:lnTo>
                  <a:lnTo>
                    <a:pt x="8424" y="9730"/>
                  </a:lnTo>
                  <a:lnTo>
                    <a:pt x="11234" y="4865"/>
                  </a:lnTo>
                  <a:lnTo>
                    <a:pt x="84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5"/>
            <p:cNvSpPr/>
            <p:nvPr/>
          </p:nvSpPr>
          <p:spPr>
            <a:xfrm>
              <a:off x="6305197" y="1162690"/>
              <a:ext cx="165307" cy="264151"/>
            </a:xfrm>
            <a:custGeom>
              <a:avLst/>
              <a:gdLst/>
              <a:ahLst/>
              <a:cxnLst/>
              <a:rect l="l" t="t" r="r" b="b"/>
              <a:pathLst>
                <a:path w="1552" h="2480" extrusionOk="0">
                  <a:moveTo>
                    <a:pt x="754" y="1"/>
                  </a:moveTo>
                  <a:cubicBezTo>
                    <a:pt x="569" y="1"/>
                    <a:pt x="387" y="62"/>
                    <a:pt x="239" y="173"/>
                  </a:cubicBezTo>
                  <a:cubicBezTo>
                    <a:pt x="89" y="289"/>
                    <a:pt x="14" y="465"/>
                    <a:pt x="21" y="642"/>
                  </a:cubicBezTo>
                  <a:cubicBezTo>
                    <a:pt x="14" y="792"/>
                    <a:pt x="62" y="942"/>
                    <a:pt x="157" y="1057"/>
                  </a:cubicBezTo>
                  <a:cubicBezTo>
                    <a:pt x="286" y="1200"/>
                    <a:pt x="443" y="1302"/>
                    <a:pt x="620" y="1363"/>
                  </a:cubicBezTo>
                  <a:cubicBezTo>
                    <a:pt x="776" y="1418"/>
                    <a:pt x="919" y="1493"/>
                    <a:pt x="1048" y="1588"/>
                  </a:cubicBezTo>
                  <a:cubicBezTo>
                    <a:pt x="1116" y="1642"/>
                    <a:pt x="1150" y="1731"/>
                    <a:pt x="1150" y="1819"/>
                  </a:cubicBezTo>
                  <a:cubicBezTo>
                    <a:pt x="1157" y="1908"/>
                    <a:pt x="1116" y="2003"/>
                    <a:pt x="1041" y="2057"/>
                  </a:cubicBezTo>
                  <a:cubicBezTo>
                    <a:pt x="950" y="2119"/>
                    <a:pt x="841" y="2147"/>
                    <a:pt x="731" y="2147"/>
                  </a:cubicBezTo>
                  <a:cubicBezTo>
                    <a:pt x="719" y="2147"/>
                    <a:pt x="707" y="2147"/>
                    <a:pt x="695" y="2146"/>
                  </a:cubicBezTo>
                  <a:cubicBezTo>
                    <a:pt x="579" y="2146"/>
                    <a:pt x="463" y="2125"/>
                    <a:pt x="348" y="2098"/>
                  </a:cubicBezTo>
                  <a:cubicBezTo>
                    <a:pt x="225" y="2071"/>
                    <a:pt x="109" y="2030"/>
                    <a:pt x="1" y="1976"/>
                  </a:cubicBezTo>
                  <a:lnTo>
                    <a:pt x="1" y="2350"/>
                  </a:lnTo>
                  <a:cubicBezTo>
                    <a:pt x="196" y="2438"/>
                    <a:pt x="404" y="2480"/>
                    <a:pt x="618" y="2480"/>
                  </a:cubicBezTo>
                  <a:cubicBezTo>
                    <a:pt x="634" y="2480"/>
                    <a:pt x="651" y="2480"/>
                    <a:pt x="667" y="2479"/>
                  </a:cubicBezTo>
                  <a:cubicBezTo>
                    <a:pt x="939" y="2479"/>
                    <a:pt x="1157" y="2418"/>
                    <a:pt x="1314" y="2296"/>
                  </a:cubicBezTo>
                  <a:cubicBezTo>
                    <a:pt x="1463" y="2173"/>
                    <a:pt x="1552" y="1983"/>
                    <a:pt x="1545" y="1792"/>
                  </a:cubicBezTo>
                  <a:cubicBezTo>
                    <a:pt x="1545" y="1690"/>
                    <a:pt x="1525" y="1595"/>
                    <a:pt x="1491" y="1506"/>
                  </a:cubicBezTo>
                  <a:cubicBezTo>
                    <a:pt x="1443" y="1425"/>
                    <a:pt x="1382" y="1350"/>
                    <a:pt x="1307" y="1289"/>
                  </a:cubicBezTo>
                  <a:cubicBezTo>
                    <a:pt x="1184" y="1207"/>
                    <a:pt x="1055" y="1139"/>
                    <a:pt x="919" y="1085"/>
                  </a:cubicBezTo>
                  <a:cubicBezTo>
                    <a:pt x="803" y="1044"/>
                    <a:pt x="695" y="989"/>
                    <a:pt x="592" y="928"/>
                  </a:cubicBezTo>
                  <a:cubicBezTo>
                    <a:pt x="538" y="894"/>
                    <a:pt x="497" y="853"/>
                    <a:pt x="463" y="799"/>
                  </a:cubicBezTo>
                  <a:cubicBezTo>
                    <a:pt x="436" y="751"/>
                    <a:pt x="422" y="697"/>
                    <a:pt x="422" y="642"/>
                  </a:cubicBezTo>
                  <a:cubicBezTo>
                    <a:pt x="416" y="554"/>
                    <a:pt x="456" y="472"/>
                    <a:pt x="518" y="418"/>
                  </a:cubicBezTo>
                  <a:cubicBezTo>
                    <a:pt x="597" y="363"/>
                    <a:pt x="688" y="335"/>
                    <a:pt x="780" y="335"/>
                  </a:cubicBezTo>
                  <a:cubicBezTo>
                    <a:pt x="790" y="335"/>
                    <a:pt x="800" y="335"/>
                    <a:pt x="810" y="336"/>
                  </a:cubicBezTo>
                  <a:cubicBezTo>
                    <a:pt x="1007" y="343"/>
                    <a:pt x="1205" y="391"/>
                    <a:pt x="1382" y="472"/>
                  </a:cubicBezTo>
                  <a:lnTo>
                    <a:pt x="1504" y="152"/>
                  </a:lnTo>
                  <a:cubicBezTo>
                    <a:pt x="1286" y="57"/>
                    <a:pt x="1048" y="3"/>
                    <a:pt x="810" y="3"/>
                  </a:cubicBezTo>
                  <a:cubicBezTo>
                    <a:pt x="791" y="2"/>
                    <a:pt x="773" y="1"/>
                    <a:pt x="7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5"/>
            <p:cNvSpPr/>
            <p:nvPr/>
          </p:nvSpPr>
          <p:spPr>
            <a:xfrm>
              <a:off x="6490742" y="1165779"/>
              <a:ext cx="192788" cy="257441"/>
            </a:xfrm>
            <a:custGeom>
              <a:avLst/>
              <a:gdLst/>
              <a:ahLst/>
              <a:cxnLst/>
              <a:rect l="l" t="t" r="r" b="b"/>
              <a:pathLst>
                <a:path w="1810" h="2417" extrusionOk="0">
                  <a:moveTo>
                    <a:pt x="0" y="1"/>
                  </a:moveTo>
                  <a:lnTo>
                    <a:pt x="0" y="341"/>
                  </a:lnTo>
                  <a:lnTo>
                    <a:pt x="708" y="341"/>
                  </a:lnTo>
                  <a:lnTo>
                    <a:pt x="708" y="2416"/>
                  </a:lnTo>
                  <a:lnTo>
                    <a:pt x="1102" y="2416"/>
                  </a:lnTo>
                  <a:lnTo>
                    <a:pt x="1102" y="341"/>
                  </a:lnTo>
                  <a:lnTo>
                    <a:pt x="1810" y="341"/>
                  </a:lnTo>
                  <a:lnTo>
                    <a:pt x="181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5"/>
            <p:cNvSpPr/>
            <p:nvPr/>
          </p:nvSpPr>
          <p:spPr>
            <a:xfrm>
              <a:off x="6710264" y="1162158"/>
              <a:ext cx="241464" cy="264684"/>
            </a:xfrm>
            <a:custGeom>
              <a:avLst/>
              <a:gdLst/>
              <a:ahLst/>
              <a:cxnLst/>
              <a:rect l="l" t="t" r="r" b="b"/>
              <a:pathLst>
                <a:path w="2267" h="2485" extrusionOk="0">
                  <a:moveTo>
                    <a:pt x="1093" y="333"/>
                  </a:moveTo>
                  <a:cubicBezTo>
                    <a:pt x="1108" y="333"/>
                    <a:pt x="1122" y="333"/>
                    <a:pt x="1137" y="334"/>
                  </a:cubicBezTo>
                  <a:cubicBezTo>
                    <a:pt x="1151" y="333"/>
                    <a:pt x="1164" y="333"/>
                    <a:pt x="1178" y="333"/>
                  </a:cubicBezTo>
                  <a:cubicBezTo>
                    <a:pt x="1367" y="333"/>
                    <a:pt x="1547" y="420"/>
                    <a:pt x="1668" y="566"/>
                  </a:cubicBezTo>
                  <a:cubicBezTo>
                    <a:pt x="1783" y="709"/>
                    <a:pt x="1845" y="933"/>
                    <a:pt x="1845" y="1239"/>
                  </a:cubicBezTo>
                  <a:cubicBezTo>
                    <a:pt x="1845" y="1539"/>
                    <a:pt x="1783" y="1770"/>
                    <a:pt x="1668" y="1920"/>
                  </a:cubicBezTo>
                  <a:cubicBezTo>
                    <a:pt x="1521" y="2073"/>
                    <a:pt x="1327" y="2149"/>
                    <a:pt x="1134" y="2149"/>
                  </a:cubicBezTo>
                  <a:cubicBezTo>
                    <a:pt x="940" y="2149"/>
                    <a:pt x="746" y="2073"/>
                    <a:pt x="599" y="1920"/>
                  </a:cubicBezTo>
                  <a:cubicBezTo>
                    <a:pt x="477" y="1763"/>
                    <a:pt x="423" y="1539"/>
                    <a:pt x="423" y="1246"/>
                  </a:cubicBezTo>
                  <a:cubicBezTo>
                    <a:pt x="423" y="947"/>
                    <a:pt x="484" y="722"/>
                    <a:pt x="599" y="566"/>
                  </a:cubicBezTo>
                  <a:cubicBezTo>
                    <a:pt x="726" y="414"/>
                    <a:pt x="905" y="333"/>
                    <a:pt x="1093" y="333"/>
                  </a:cubicBezTo>
                  <a:close/>
                  <a:moveTo>
                    <a:pt x="1137" y="1"/>
                  </a:moveTo>
                  <a:cubicBezTo>
                    <a:pt x="776" y="1"/>
                    <a:pt x="491" y="110"/>
                    <a:pt x="293" y="321"/>
                  </a:cubicBezTo>
                  <a:cubicBezTo>
                    <a:pt x="96" y="538"/>
                    <a:pt x="1" y="845"/>
                    <a:pt x="1" y="1239"/>
                  </a:cubicBezTo>
                  <a:cubicBezTo>
                    <a:pt x="1" y="1641"/>
                    <a:pt x="96" y="1947"/>
                    <a:pt x="293" y="2164"/>
                  </a:cubicBezTo>
                  <a:cubicBezTo>
                    <a:pt x="491" y="2375"/>
                    <a:pt x="770" y="2484"/>
                    <a:pt x="1137" y="2484"/>
                  </a:cubicBezTo>
                  <a:cubicBezTo>
                    <a:pt x="1491" y="2484"/>
                    <a:pt x="1770" y="2375"/>
                    <a:pt x="1967" y="2158"/>
                  </a:cubicBezTo>
                  <a:cubicBezTo>
                    <a:pt x="2164" y="1940"/>
                    <a:pt x="2260" y="1634"/>
                    <a:pt x="2260" y="1246"/>
                  </a:cubicBezTo>
                  <a:cubicBezTo>
                    <a:pt x="2266" y="845"/>
                    <a:pt x="2164" y="545"/>
                    <a:pt x="1967" y="328"/>
                  </a:cubicBezTo>
                  <a:cubicBezTo>
                    <a:pt x="1770" y="110"/>
                    <a:pt x="1498" y="1"/>
                    <a:pt x="11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5"/>
            <p:cNvSpPr/>
            <p:nvPr/>
          </p:nvSpPr>
          <p:spPr>
            <a:xfrm>
              <a:off x="7005943" y="1165779"/>
              <a:ext cx="171911" cy="257441"/>
            </a:xfrm>
            <a:custGeom>
              <a:avLst/>
              <a:gdLst/>
              <a:ahLst/>
              <a:cxnLst/>
              <a:rect l="l" t="t" r="r" b="b"/>
              <a:pathLst>
                <a:path w="1614" h="2417" extrusionOk="0">
                  <a:moveTo>
                    <a:pt x="733" y="331"/>
                  </a:moveTo>
                  <a:cubicBezTo>
                    <a:pt x="850" y="331"/>
                    <a:pt x="970" y="366"/>
                    <a:pt x="1069" y="436"/>
                  </a:cubicBezTo>
                  <a:cubicBezTo>
                    <a:pt x="1157" y="511"/>
                    <a:pt x="1205" y="627"/>
                    <a:pt x="1198" y="743"/>
                  </a:cubicBezTo>
                  <a:cubicBezTo>
                    <a:pt x="1205" y="872"/>
                    <a:pt x="1157" y="994"/>
                    <a:pt x="1055" y="1076"/>
                  </a:cubicBezTo>
                  <a:cubicBezTo>
                    <a:pt x="960" y="1144"/>
                    <a:pt x="810" y="1178"/>
                    <a:pt x="613" y="1178"/>
                  </a:cubicBezTo>
                  <a:lnTo>
                    <a:pt x="402" y="1178"/>
                  </a:lnTo>
                  <a:lnTo>
                    <a:pt x="402" y="334"/>
                  </a:lnTo>
                  <a:lnTo>
                    <a:pt x="674" y="334"/>
                  </a:lnTo>
                  <a:cubicBezTo>
                    <a:pt x="694" y="332"/>
                    <a:pt x="713" y="331"/>
                    <a:pt x="733" y="331"/>
                  </a:cubicBezTo>
                  <a:close/>
                  <a:moveTo>
                    <a:pt x="1" y="1"/>
                  </a:moveTo>
                  <a:lnTo>
                    <a:pt x="1" y="2416"/>
                  </a:lnTo>
                  <a:lnTo>
                    <a:pt x="395" y="2416"/>
                  </a:lnTo>
                  <a:lnTo>
                    <a:pt x="395" y="1511"/>
                  </a:lnTo>
                  <a:lnTo>
                    <a:pt x="647" y="1511"/>
                  </a:lnTo>
                  <a:cubicBezTo>
                    <a:pt x="953" y="1511"/>
                    <a:pt x="1191" y="1443"/>
                    <a:pt x="1355" y="1314"/>
                  </a:cubicBezTo>
                  <a:cubicBezTo>
                    <a:pt x="1525" y="1171"/>
                    <a:pt x="1613" y="953"/>
                    <a:pt x="1599" y="736"/>
                  </a:cubicBezTo>
                  <a:cubicBezTo>
                    <a:pt x="1613" y="525"/>
                    <a:pt x="1531" y="321"/>
                    <a:pt x="1375" y="185"/>
                  </a:cubicBezTo>
                  <a:cubicBezTo>
                    <a:pt x="1225" y="62"/>
                    <a:pt x="994" y="1"/>
                    <a:pt x="6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60" name="Google Shape;1160;p85"/>
          <p:cNvCxnSpPr>
            <a:stCxn id="1161" idx="3"/>
          </p:cNvCxnSpPr>
          <p:nvPr/>
        </p:nvCxnSpPr>
        <p:spPr>
          <a:xfrm rot="5400000" flipH="1">
            <a:off x="4450800" y="2240079"/>
            <a:ext cx="1581900" cy="9891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162" name="Google Shape;1162;p85"/>
          <p:cNvCxnSpPr>
            <a:stCxn id="1163" idx="1"/>
          </p:cNvCxnSpPr>
          <p:nvPr/>
        </p:nvCxnSpPr>
        <p:spPr>
          <a:xfrm>
            <a:off x="3407700" y="3525579"/>
            <a:ext cx="1181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164" name="Google Shape;1164;p85"/>
          <p:cNvCxnSpPr>
            <a:stCxn id="1165" idx="1"/>
          </p:cNvCxnSpPr>
          <p:nvPr/>
        </p:nvCxnSpPr>
        <p:spPr>
          <a:xfrm>
            <a:off x="3407700" y="1788213"/>
            <a:ext cx="1005000" cy="384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166" name="Google Shape;1166;p85"/>
          <p:cNvCxnSpPr>
            <a:stCxn id="1167" idx="3"/>
          </p:cNvCxnSpPr>
          <p:nvPr/>
        </p:nvCxnSpPr>
        <p:spPr>
          <a:xfrm rot="10800000">
            <a:off x="5038500" y="1788213"/>
            <a:ext cx="697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168" name="Google Shape;1168;p85"/>
          <p:cNvGrpSpPr/>
          <p:nvPr/>
        </p:nvGrpSpPr>
        <p:grpSpPr>
          <a:xfrm>
            <a:off x="3927589" y="2492550"/>
            <a:ext cx="1476968" cy="1927275"/>
            <a:chOff x="3927589" y="2492550"/>
            <a:chExt cx="1476968" cy="1927275"/>
          </a:xfrm>
        </p:grpSpPr>
        <p:sp>
          <p:nvSpPr>
            <p:cNvPr id="1169" name="Google Shape;1169;p85"/>
            <p:cNvSpPr/>
            <p:nvPr/>
          </p:nvSpPr>
          <p:spPr>
            <a:xfrm>
              <a:off x="5221557" y="4236825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5"/>
            <p:cNvSpPr/>
            <p:nvPr/>
          </p:nvSpPr>
          <p:spPr>
            <a:xfrm>
              <a:off x="4971450" y="3832275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1" name="Google Shape;1171;p85"/>
            <p:cNvGrpSpPr/>
            <p:nvPr/>
          </p:nvGrpSpPr>
          <p:grpSpPr>
            <a:xfrm>
              <a:off x="4201632" y="2891707"/>
              <a:ext cx="182878" cy="182886"/>
              <a:chOff x="769861" y="772165"/>
              <a:chExt cx="148500" cy="149100"/>
            </a:xfrm>
          </p:grpSpPr>
          <p:sp>
            <p:nvSpPr>
              <p:cNvPr id="1172" name="Google Shape;1172;p85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85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4" name="Google Shape;1174;p85"/>
            <p:cNvSpPr/>
            <p:nvPr/>
          </p:nvSpPr>
          <p:spPr>
            <a:xfrm>
              <a:off x="3927589" y="3697575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5"/>
            <p:cNvSpPr/>
            <p:nvPr/>
          </p:nvSpPr>
          <p:spPr>
            <a:xfrm>
              <a:off x="3927596" y="257175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5"/>
            <p:cNvSpPr/>
            <p:nvPr/>
          </p:nvSpPr>
          <p:spPr>
            <a:xfrm>
              <a:off x="5154453" y="249255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7" name="Google Shape;1177;p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86"/>
          <p:cNvSpPr txBox="1">
            <a:spLocks noGrp="1"/>
          </p:cNvSpPr>
          <p:nvPr>
            <p:ph type="title"/>
          </p:nvPr>
        </p:nvSpPr>
        <p:spPr>
          <a:xfrm>
            <a:off x="713225" y="2308601"/>
            <a:ext cx="5020200" cy="13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Analysis</a:t>
            </a:r>
            <a:endParaRPr/>
          </a:p>
        </p:txBody>
      </p:sp>
      <p:cxnSp>
        <p:nvCxnSpPr>
          <p:cNvPr id="1183" name="Google Shape;1183;p86"/>
          <p:cNvCxnSpPr/>
          <p:nvPr/>
        </p:nvCxnSpPr>
        <p:spPr>
          <a:xfrm>
            <a:off x="2308925" y="4098392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84" name="Google Shape;1184;p86"/>
          <p:cNvSpPr/>
          <p:nvPr/>
        </p:nvSpPr>
        <p:spPr>
          <a:xfrm>
            <a:off x="2528375" y="825196"/>
            <a:ext cx="1389900" cy="1389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185" name="Google Shape;1185;p86"/>
          <p:cNvGrpSpPr/>
          <p:nvPr/>
        </p:nvGrpSpPr>
        <p:grpSpPr>
          <a:xfrm>
            <a:off x="4137732" y="642200"/>
            <a:ext cx="708593" cy="811750"/>
            <a:chOff x="4137732" y="642200"/>
            <a:chExt cx="708593" cy="811750"/>
          </a:xfrm>
        </p:grpSpPr>
        <p:sp>
          <p:nvSpPr>
            <p:cNvPr id="1186" name="Google Shape;1186;p86"/>
            <p:cNvSpPr/>
            <p:nvPr/>
          </p:nvSpPr>
          <p:spPr>
            <a:xfrm>
              <a:off x="4389125" y="127095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7" name="Google Shape;1187;p86"/>
            <p:cNvGrpSpPr/>
            <p:nvPr/>
          </p:nvGrpSpPr>
          <p:grpSpPr>
            <a:xfrm>
              <a:off x="4137732" y="825497"/>
              <a:ext cx="182878" cy="182886"/>
              <a:chOff x="769861" y="772165"/>
              <a:chExt cx="148500" cy="149100"/>
            </a:xfrm>
          </p:grpSpPr>
          <p:sp>
            <p:nvSpPr>
              <p:cNvPr id="1188" name="Google Shape;1188;p86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86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0" name="Google Shape;1190;p86"/>
            <p:cNvSpPr/>
            <p:nvPr/>
          </p:nvSpPr>
          <p:spPr>
            <a:xfrm>
              <a:off x="4663325" y="64220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1" name="Google Shape;1191;p86"/>
          <p:cNvGrpSpPr/>
          <p:nvPr/>
        </p:nvGrpSpPr>
        <p:grpSpPr>
          <a:xfrm>
            <a:off x="1018025" y="3815500"/>
            <a:ext cx="472700" cy="565775"/>
            <a:chOff x="713225" y="3815500"/>
            <a:chExt cx="472700" cy="565775"/>
          </a:xfrm>
        </p:grpSpPr>
        <p:sp>
          <p:nvSpPr>
            <p:cNvPr id="1192" name="Google Shape;1192;p86"/>
            <p:cNvSpPr/>
            <p:nvPr/>
          </p:nvSpPr>
          <p:spPr>
            <a:xfrm>
              <a:off x="713225" y="381550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6"/>
            <p:cNvSpPr/>
            <p:nvPr/>
          </p:nvSpPr>
          <p:spPr>
            <a:xfrm>
              <a:off x="1002925" y="419827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4" name="Google Shape;1194;p86"/>
          <p:cNvGrpSpPr/>
          <p:nvPr/>
        </p:nvGrpSpPr>
        <p:grpSpPr>
          <a:xfrm>
            <a:off x="5916168" y="760073"/>
            <a:ext cx="2743187" cy="3665683"/>
            <a:chOff x="5916168" y="760073"/>
            <a:chExt cx="2743187" cy="3665683"/>
          </a:xfrm>
        </p:grpSpPr>
        <p:sp>
          <p:nvSpPr>
            <p:cNvPr id="1195" name="Google Shape;1195;p86"/>
            <p:cNvSpPr/>
            <p:nvPr/>
          </p:nvSpPr>
          <p:spPr>
            <a:xfrm>
              <a:off x="5916168" y="1349000"/>
              <a:ext cx="2743187" cy="1555985"/>
            </a:xfrm>
            <a:custGeom>
              <a:avLst/>
              <a:gdLst/>
              <a:ahLst/>
              <a:cxnLst/>
              <a:rect l="l" t="t" r="r" b="b"/>
              <a:pathLst>
                <a:path w="18316" h="10199" extrusionOk="0">
                  <a:moveTo>
                    <a:pt x="10467" y="0"/>
                  </a:moveTo>
                  <a:cubicBezTo>
                    <a:pt x="7754" y="0"/>
                    <a:pt x="7172" y="1787"/>
                    <a:pt x="5375" y="2090"/>
                  </a:cubicBezTo>
                  <a:cubicBezTo>
                    <a:pt x="3334" y="2430"/>
                    <a:pt x="0" y="1675"/>
                    <a:pt x="123" y="4607"/>
                  </a:cubicBezTo>
                  <a:cubicBezTo>
                    <a:pt x="226" y="6955"/>
                    <a:pt x="3127" y="10198"/>
                    <a:pt x="7766" y="10198"/>
                  </a:cubicBezTo>
                  <a:cubicBezTo>
                    <a:pt x="8919" y="10198"/>
                    <a:pt x="10180" y="9998"/>
                    <a:pt x="11533" y="9533"/>
                  </a:cubicBezTo>
                  <a:cubicBezTo>
                    <a:pt x="18316" y="7192"/>
                    <a:pt x="15309" y="443"/>
                    <a:pt x="11152" y="35"/>
                  </a:cubicBezTo>
                  <a:cubicBezTo>
                    <a:pt x="10909" y="11"/>
                    <a:pt x="10681" y="0"/>
                    <a:pt x="10467" y="0"/>
                  </a:cubicBezTo>
                  <a:close/>
                </a:path>
              </a:pathLst>
            </a:cu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6"/>
            <p:cNvSpPr/>
            <p:nvPr/>
          </p:nvSpPr>
          <p:spPr>
            <a:xfrm>
              <a:off x="5917730" y="4334256"/>
              <a:ext cx="23286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7" name="Google Shape;1197;p86"/>
            <p:cNvGrpSpPr/>
            <p:nvPr/>
          </p:nvGrpSpPr>
          <p:grpSpPr>
            <a:xfrm>
              <a:off x="7108851" y="1194112"/>
              <a:ext cx="1080037" cy="3189091"/>
              <a:chOff x="7293420" y="1194112"/>
              <a:chExt cx="1080037" cy="3189091"/>
            </a:xfrm>
          </p:grpSpPr>
          <p:sp>
            <p:nvSpPr>
              <p:cNvPr id="1198" name="Google Shape;1198;p86"/>
              <p:cNvSpPr/>
              <p:nvPr/>
            </p:nvSpPr>
            <p:spPr>
              <a:xfrm>
                <a:off x="7519014" y="3415430"/>
                <a:ext cx="237842" cy="884693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8306" extrusionOk="0">
                    <a:moveTo>
                      <a:pt x="2093" y="1"/>
                    </a:moveTo>
                    <a:cubicBezTo>
                      <a:pt x="1295" y="1"/>
                      <a:pt x="947" y="411"/>
                      <a:pt x="155" y="411"/>
                    </a:cubicBezTo>
                    <a:cubicBezTo>
                      <a:pt x="105" y="411"/>
                      <a:pt x="54" y="410"/>
                      <a:pt x="1" y="406"/>
                    </a:cubicBezTo>
                    <a:lnTo>
                      <a:pt x="1" y="406"/>
                    </a:lnTo>
                    <a:cubicBezTo>
                      <a:pt x="1" y="406"/>
                      <a:pt x="606" y="7890"/>
                      <a:pt x="545" y="8190"/>
                    </a:cubicBezTo>
                    <a:lnTo>
                      <a:pt x="1450" y="8305"/>
                    </a:lnTo>
                    <a:cubicBezTo>
                      <a:pt x="1497" y="7734"/>
                      <a:pt x="2232" y="5"/>
                      <a:pt x="2232" y="5"/>
                    </a:cubicBezTo>
                    <a:cubicBezTo>
                      <a:pt x="2184" y="2"/>
                      <a:pt x="2138" y="1"/>
                      <a:pt x="2093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86"/>
              <p:cNvSpPr/>
              <p:nvPr/>
            </p:nvSpPr>
            <p:spPr>
              <a:xfrm>
                <a:off x="7937821" y="3255767"/>
                <a:ext cx="235712" cy="1024011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614" extrusionOk="0">
                    <a:moveTo>
                      <a:pt x="2090" y="0"/>
                    </a:moveTo>
                    <a:lnTo>
                      <a:pt x="2090" y="0"/>
                    </a:lnTo>
                    <a:cubicBezTo>
                      <a:pt x="1389" y="171"/>
                      <a:pt x="300" y="279"/>
                      <a:pt x="1" y="354"/>
                    </a:cubicBezTo>
                    <a:lnTo>
                      <a:pt x="695" y="9519"/>
                    </a:lnTo>
                    <a:lnTo>
                      <a:pt x="1736" y="9614"/>
                    </a:lnTo>
                    <a:cubicBezTo>
                      <a:pt x="1736" y="9614"/>
                      <a:pt x="2212" y="694"/>
                      <a:pt x="2090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86"/>
              <p:cNvSpPr/>
              <p:nvPr/>
            </p:nvSpPr>
            <p:spPr>
              <a:xfrm>
                <a:off x="7458834" y="2637569"/>
                <a:ext cx="767529" cy="1484997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13942" extrusionOk="0">
                    <a:moveTo>
                      <a:pt x="763" y="1"/>
                    </a:moveTo>
                    <a:cubicBezTo>
                      <a:pt x="763" y="1"/>
                      <a:pt x="532" y="743"/>
                      <a:pt x="443" y="2022"/>
                    </a:cubicBezTo>
                    <a:cubicBezTo>
                      <a:pt x="355" y="3144"/>
                      <a:pt x="151" y="8601"/>
                      <a:pt x="89" y="10268"/>
                    </a:cubicBezTo>
                    <a:cubicBezTo>
                      <a:pt x="1" y="12397"/>
                      <a:pt x="89" y="13669"/>
                      <a:pt x="89" y="13669"/>
                    </a:cubicBezTo>
                    <a:cubicBezTo>
                      <a:pt x="753" y="13855"/>
                      <a:pt x="1257" y="13941"/>
                      <a:pt x="1786" y="13941"/>
                    </a:cubicBezTo>
                    <a:cubicBezTo>
                      <a:pt x="2266" y="13941"/>
                      <a:pt x="2766" y="13870"/>
                      <a:pt x="3423" y="13737"/>
                    </a:cubicBezTo>
                    <a:cubicBezTo>
                      <a:pt x="3321" y="12043"/>
                      <a:pt x="3505" y="5696"/>
                      <a:pt x="3505" y="5696"/>
                    </a:cubicBezTo>
                    <a:lnTo>
                      <a:pt x="3933" y="13744"/>
                    </a:lnTo>
                    <a:cubicBezTo>
                      <a:pt x="4381" y="13823"/>
                      <a:pt x="4824" y="13866"/>
                      <a:pt x="5261" y="13866"/>
                    </a:cubicBezTo>
                    <a:cubicBezTo>
                      <a:pt x="5922" y="13866"/>
                      <a:pt x="6571" y="13768"/>
                      <a:pt x="7206" y="13547"/>
                    </a:cubicBezTo>
                    <a:cubicBezTo>
                      <a:pt x="7206" y="13547"/>
                      <a:pt x="7029" y="4015"/>
                      <a:pt x="6906" y="2614"/>
                    </a:cubicBezTo>
                    <a:cubicBezTo>
                      <a:pt x="6784" y="1192"/>
                      <a:pt x="6668" y="151"/>
                      <a:pt x="6668" y="151"/>
                    </a:cubicBez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86"/>
              <p:cNvSpPr/>
              <p:nvPr/>
            </p:nvSpPr>
            <p:spPr>
              <a:xfrm>
                <a:off x="7424111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1886" y="0"/>
                    </a:moveTo>
                    <a:cubicBezTo>
                      <a:pt x="1677" y="0"/>
                      <a:pt x="1463" y="33"/>
                      <a:pt x="1381" y="104"/>
                    </a:cubicBezTo>
                    <a:cubicBezTo>
                      <a:pt x="1245" y="227"/>
                      <a:pt x="1102" y="336"/>
                      <a:pt x="953" y="431"/>
                    </a:cubicBezTo>
                    <a:cubicBezTo>
                      <a:pt x="823" y="512"/>
                      <a:pt x="374" y="669"/>
                      <a:pt x="191" y="839"/>
                    </a:cubicBezTo>
                    <a:cubicBezTo>
                      <a:pt x="7" y="1016"/>
                      <a:pt x="0" y="1268"/>
                      <a:pt x="123" y="1376"/>
                    </a:cubicBezTo>
                    <a:cubicBezTo>
                      <a:pt x="178" y="1423"/>
                      <a:pt x="300" y="1436"/>
                      <a:pt x="470" y="1436"/>
                    </a:cubicBezTo>
                    <a:cubicBezTo>
                      <a:pt x="674" y="1436"/>
                      <a:pt x="947" y="1417"/>
                      <a:pt x="1259" y="1417"/>
                    </a:cubicBezTo>
                    <a:cubicBezTo>
                      <a:pt x="1654" y="1411"/>
                      <a:pt x="2055" y="1376"/>
                      <a:pt x="2450" y="1329"/>
                    </a:cubicBezTo>
                    <a:cubicBezTo>
                      <a:pt x="2599" y="1288"/>
                      <a:pt x="2586" y="1077"/>
                      <a:pt x="2572" y="961"/>
                    </a:cubicBezTo>
                    <a:cubicBezTo>
                      <a:pt x="2572" y="757"/>
                      <a:pt x="2552" y="560"/>
                      <a:pt x="2511" y="363"/>
                    </a:cubicBezTo>
                    <a:cubicBezTo>
                      <a:pt x="2484" y="254"/>
                      <a:pt x="2429" y="165"/>
                      <a:pt x="2354" y="91"/>
                    </a:cubicBezTo>
                    <a:cubicBezTo>
                      <a:pt x="2296" y="33"/>
                      <a:pt x="2094" y="0"/>
                      <a:pt x="18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86"/>
              <p:cNvSpPr/>
              <p:nvPr/>
            </p:nvSpPr>
            <p:spPr>
              <a:xfrm>
                <a:off x="7993633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710" y="0"/>
                    </a:moveTo>
                    <a:cubicBezTo>
                      <a:pt x="501" y="0"/>
                      <a:pt x="297" y="33"/>
                      <a:pt x="239" y="91"/>
                    </a:cubicBezTo>
                    <a:cubicBezTo>
                      <a:pt x="164" y="165"/>
                      <a:pt x="110" y="261"/>
                      <a:pt x="83" y="363"/>
                    </a:cubicBezTo>
                    <a:cubicBezTo>
                      <a:pt x="48" y="560"/>
                      <a:pt x="28" y="757"/>
                      <a:pt x="28" y="961"/>
                    </a:cubicBezTo>
                    <a:cubicBezTo>
                      <a:pt x="14" y="1077"/>
                      <a:pt x="1" y="1288"/>
                      <a:pt x="151" y="1329"/>
                    </a:cubicBezTo>
                    <a:cubicBezTo>
                      <a:pt x="545" y="1376"/>
                      <a:pt x="940" y="1411"/>
                      <a:pt x="1341" y="1417"/>
                    </a:cubicBezTo>
                    <a:cubicBezTo>
                      <a:pt x="1649" y="1417"/>
                      <a:pt x="1923" y="1436"/>
                      <a:pt x="2128" y="1436"/>
                    </a:cubicBezTo>
                    <a:cubicBezTo>
                      <a:pt x="2299" y="1436"/>
                      <a:pt x="2422" y="1423"/>
                      <a:pt x="2477" y="1376"/>
                    </a:cubicBezTo>
                    <a:cubicBezTo>
                      <a:pt x="2600" y="1268"/>
                      <a:pt x="2593" y="1016"/>
                      <a:pt x="2403" y="839"/>
                    </a:cubicBezTo>
                    <a:cubicBezTo>
                      <a:pt x="2219" y="669"/>
                      <a:pt x="1770" y="512"/>
                      <a:pt x="1647" y="431"/>
                    </a:cubicBezTo>
                    <a:cubicBezTo>
                      <a:pt x="1491" y="336"/>
                      <a:pt x="1348" y="227"/>
                      <a:pt x="1212" y="104"/>
                    </a:cubicBezTo>
                    <a:cubicBezTo>
                      <a:pt x="1134" y="33"/>
                      <a:pt x="919" y="0"/>
                      <a:pt x="7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86"/>
              <p:cNvSpPr/>
              <p:nvPr/>
            </p:nvSpPr>
            <p:spPr>
              <a:xfrm>
                <a:off x="8081293" y="2860713"/>
                <a:ext cx="109601" cy="137188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288" extrusionOk="0">
                    <a:moveTo>
                      <a:pt x="45" y="1"/>
                    </a:moveTo>
                    <a:cubicBezTo>
                      <a:pt x="23" y="1"/>
                      <a:pt x="0" y="19"/>
                      <a:pt x="8" y="49"/>
                    </a:cubicBezTo>
                    <a:cubicBezTo>
                      <a:pt x="15" y="76"/>
                      <a:pt x="137" y="695"/>
                      <a:pt x="960" y="1281"/>
                    </a:cubicBezTo>
                    <a:cubicBezTo>
                      <a:pt x="967" y="1281"/>
                      <a:pt x="974" y="1287"/>
                      <a:pt x="988" y="1287"/>
                    </a:cubicBezTo>
                    <a:cubicBezTo>
                      <a:pt x="994" y="1287"/>
                      <a:pt x="1008" y="1281"/>
                      <a:pt x="1015" y="1267"/>
                    </a:cubicBezTo>
                    <a:cubicBezTo>
                      <a:pt x="1028" y="1247"/>
                      <a:pt x="1022" y="1226"/>
                      <a:pt x="1008" y="1213"/>
                    </a:cubicBezTo>
                    <a:cubicBezTo>
                      <a:pt x="212" y="655"/>
                      <a:pt x="83" y="42"/>
                      <a:pt x="83" y="35"/>
                    </a:cubicBezTo>
                    <a:cubicBezTo>
                      <a:pt x="80" y="12"/>
                      <a:pt x="62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86"/>
              <p:cNvSpPr/>
              <p:nvPr/>
            </p:nvSpPr>
            <p:spPr>
              <a:xfrm>
                <a:off x="7498031" y="2837812"/>
                <a:ext cx="111306" cy="176704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1659" extrusionOk="0">
                    <a:moveTo>
                      <a:pt x="1003" y="1"/>
                    </a:moveTo>
                    <a:cubicBezTo>
                      <a:pt x="986" y="1"/>
                      <a:pt x="969" y="11"/>
                      <a:pt x="966" y="33"/>
                    </a:cubicBezTo>
                    <a:cubicBezTo>
                      <a:pt x="823" y="638"/>
                      <a:pt x="490" y="1183"/>
                      <a:pt x="14" y="1591"/>
                    </a:cubicBezTo>
                    <a:cubicBezTo>
                      <a:pt x="0" y="1604"/>
                      <a:pt x="0" y="1625"/>
                      <a:pt x="14" y="1645"/>
                    </a:cubicBezTo>
                    <a:cubicBezTo>
                      <a:pt x="21" y="1652"/>
                      <a:pt x="34" y="1659"/>
                      <a:pt x="41" y="1659"/>
                    </a:cubicBezTo>
                    <a:cubicBezTo>
                      <a:pt x="55" y="1659"/>
                      <a:pt x="61" y="1652"/>
                      <a:pt x="75" y="1645"/>
                    </a:cubicBezTo>
                    <a:cubicBezTo>
                      <a:pt x="558" y="1230"/>
                      <a:pt x="898" y="672"/>
                      <a:pt x="1041" y="46"/>
                    </a:cubicBezTo>
                    <a:cubicBezTo>
                      <a:pt x="1045" y="16"/>
                      <a:pt x="1024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86"/>
              <p:cNvSpPr/>
              <p:nvPr/>
            </p:nvSpPr>
            <p:spPr>
              <a:xfrm>
                <a:off x="7503037" y="1194112"/>
                <a:ext cx="585712" cy="608825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716" extrusionOk="0">
                    <a:moveTo>
                      <a:pt x="2913" y="0"/>
                    </a:moveTo>
                    <a:cubicBezTo>
                      <a:pt x="2137" y="0"/>
                      <a:pt x="1579" y="225"/>
                      <a:pt x="1239" y="497"/>
                    </a:cubicBezTo>
                    <a:cubicBezTo>
                      <a:pt x="913" y="762"/>
                      <a:pt x="654" y="1096"/>
                      <a:pt x="491" y="1483"/>
                    </a:cubicBezTo>
                    <a:cubicBezTo>
                      <a:pt x="327" y="1878"/>
                      <a:pt x="239" y="2300"/>
                      <a:pt x="239" y="2729"/>
                    </a:cubicBezTo>
                    <a:cubicBezTo>
                      <a:pt x="239" y="3116"/>
                      <a:pt x="293" y="3334"/>
                      <a:pt x="246" y="3627"/>
                    </a:cubicBezTo>
                    <a:cubicBezTo>
                      <a:pt x="219" y="3797"/>
                      <a:pt x="151" y="3960"/>
                      <a:pt x="117" y="4130"/>
                    </a:cubicBezTo>
                    <a:cubicBezTo>
                      <a:pt x="1" y="4620"/>
                      <a:pt x="151" y="5123"/>
                      <a:pt x="293" y="5606"/>
                    </a:cubicBezTo>
                    <a:cubicBezTo>
                      <a:pt x="634" y="5670"/>
                      <a:pt x="1061" y="5715"/>
                      <a:pt x="1467" y="5715"/>
                    </a:cubicBezTo>
                    <a:cubicBezTo>
                      <a:pt x="1711" y="5715"/>
                      <a:pt x="1947" y="5699"/>
                      <a:pt x="2151" y="5661"/>
                    </a:cubicBezTo>
                    <a:lnTo>
                      <a:pt x="5294" y="5661"/>
                    </a:lnTo>
                    <a:cubicBezTo>
                      <a:pt x="5471" y="5491"/>
                      <a:pt x="5498" y="5198"/>
                      <a:pt x="5451" y="4960"/>
                    </a:cubicBezTo>
                    <a:cubicBezTo>
                      <a:pt x="5410" y="4722"/>
                      <a:pt x="5308" y="4497"/>
                      <a:pt x="5274" y="4253"/>
                    </a:cubicBezTo>
                    <a:cubicBezTo>
                      <a:pt x="5192" y="3695"/>
                      <a:pt x="5485" y="3130"/>
                      <a:pt x="5416" y="2572"/>
                    </a:cubicBezTo>
                    <a:cubicBezTo>
                      <a:pt x="5348" y="1994"/>
                      <a:pt x="5117" y="1232"/>
                      <a:pt x="4716" y="824"/>
                    </a:cubicBezTo>
                    <a:cubicBezTo>
                      <a:pt x="4335" y="443"/>
                      <a:pt x="3695" y="0"/>
                      <a:pt x="291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86"/>
              <p:cNvSpPr/>
              <p:nvPr/>
            </p:nvSpPr>
            <p:spPr>
              <a:xfrm>
                <a:off x="7718299" y="1761504"/>
                <a:ext cx="167544" cy="72535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681" extrusionOk="0">
                    <a:moveTo>
                      <a:pt x="1" y="1"/>
                    </a:moveTo>
                    <a:lnTo>
                      <a:pt x="1" y="674"/>
                    </a:lnTo>
                    <a:lnTo>
                      <a:pt x="1572" y="681"/>
                    </a:lnTo>
                    <a:lnTo>
                      <a:pt x="1572" y="1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86"/>
              <p:cNvSpPr/>
              <p:nvPr/>
            </p:nvSpPr>
            <p:spPr>
              <a:xfrm>
                <a:off x="7592933" y="1265794"/>
                <a:ext cx="415292" cy="524042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20" extrusionOk="0">
                    <a:moveTo>
                      <a:pt x="1960" y="1"/>
                    </a:moveTo>
                    <a:cubicBezTo>
                      <a:pt x="1205" y="1"/>
                      <a:pt x="443" y="395"/>
                      <a:pt x="130" y="1123"/>
                    </a:cubicBezTo>
                    <a:cubicBezTo>
                      <a:pt x="0" y="1409"/>
                      <a:pt x="35" y="1695"/>
                      <a:pt x="35" y="2144"/>
                    </a:cubicBezTo>
                    <a:cubicBezTo>
                      <a:pt x="35" y="3505"/>
                      <a:pt x="851" y="4920"/>
                      <a:pt x="1960" y="4920"/>
                    </a:cubicBezTo>
                    <a:cubicBezTo>
                      <a:pt x="3076" y="4920"/>
                      <a:pt x="3885" y="3505"/>
                      <a:pt x="3885" y="2144"/>
                    </a:cubicBezTo>
                    <a:cubicBezTo>
                      <a:pt x="3885" y="1634"/>
                      <a:pt x="3899" y="1205"/>
                      <a:pt x="3695" y="865"/>
                    </a:cubicBezTo>
                    <a:cubicBezTo>
                      <a:pt x="3348" y="307"/>
                      <a:pt x="2627" y="1"/>
                      <a:pt x="19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86"/>
              <p:cNvSpPr/>
              <p:nvPr/>
            </p:nvSpPr>
            <p:spPr>
              <a:xfrm>
                <a:off x="7767933" y="1652009"/>
                <a:ext cx="74878" cy="15018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41" extrusionOk="0">
                    <a:moveTo>
                      <a:pt x="655" y="0"/>
                    </a:moveTo>
                    <a:cubicBezTo>
                      <a:pt x="652" y="0"/>
                      <a:pt x="648" y="1"/>
                      <a:pt x="643" y="1"/>
                    </a:cubicBezTo>
                    <a:cubicBezTo>
                      <a:pt x="562" y="15"/>
                      <a:pt x="473" y="22"/>
                      <a:pt x="392" y="22"/>
                    </a:cubicBezTo>
                    <a:cubicBezTo>
                      <a:pt x="364" y="23"/>
                      <a:pt x="338" y="24"/>
                      <a:pt x="311" y="24"/>
                    </a:cubicBezTo>
                    <a:cubicBezTo>
                      <a:pt x="238" y="24"/>
                      <a:pt x="167" y="18"/>
                      <a:pt x="92" y="8"/>
                    </a:cubicBezTo>
                    <a:cubicBezTo>
                      <a:pt x="75" y="8"/>
                      <a:pt x="57" y="6"/>
                      <a:pt x="42" y="6"/>
                    </a:cubicBezTo>
                    <a:cubicBezTo>
                      <a:pt x="16" y="6"/>
                      <a:pt x="0" y="12"/>
                      <a:pt x="18" y="42"/>
                    </a:cubicBezTo>
                    <a:cubicBezTo>
                      <a:pt x="72" y="90"/>
                      <a:pt x="147" y="124"/>
                      <a:pt x="222" y="130"/>
                    </a:cubicBezTo>
                    <a:cubicBezTo>
                      <a:pt x="262" y="137"/>
                      <a:pt x="305" y="141"/>
                      <a:pt x="348" y="141"/>
                    </a:cubicBezTo>
                    <a:cubicBezTo>
                      <a:pt x="390" y="141"/>
                      <a:pt x="433" y="137"/>
                      <a:pt x="473" y="130"/>
                    </a:cubicBezTo>
                    <a:cubicBezTo>
                      <a:pt x="548" y="124"/>
                      <a:pt x="616" y="90"/>
                      <a:pt x="678" y="49"/>
                    </a:cubicBezTo>
                    <a:cubicBezTo>
                      <a:pt x="702" y="30"/>
                      <a:pt x="693" y="0"/>
                      <a:pt x="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86"/>
              <p:cNvSpPr/>
              <p:nvPr/>
            </p:nvSpPr>
            <p:spPr>
              <a:xfrm>
                <a:off x="7736086" y="1772900"/>
                <a:ext cx="120040" cy="20557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93" extrusionOk="0">
                    <a:moveTo>
                      <a:pt x="47" y="0"/>
                    </a:moveTo>
                    <a:cubicBezTo>
                      <a:pt x="19" y="0"/>
                      <a:pt x="1" y="45"/>
                      <a:pt x="31" y="57"/>
                    </a:cubicBezTo>
                    <a:cubicBezTo>
                      <a:pt x="215" y="145"/>
                      <a:pt x="419" y="193"/>
                      <a:pt x="616" y="193"/>
                    </a:cubicBezTo>
                    <a:cubicBezTo>
                      <a:pt x="786" y="193"/>
                      <a:pt x="949" y="159"/>
                      <a:pt x="1099" y="104"/>
                    </a:cubicBezTo>
                    <a:cubicBezTo>
                      <a:pt x="1119" y="98"/>
                      <a:pt x="1126" y="77"/>
                      <a:pt x="1119" y="64"/>
                    </a:cubicBezTo>
                    <a:cubicBezTo>
                      <a:pt x="1113" y="50"/>
                      <a:pt x="1092" y="43"/>
                      <a:pt x="1079" y="43"/>
                    </a:cubicBezTo>
                    <a:cubicBezTo>
                      <a:pt x="928" y="102"/>
                      <a:pt x="770" y="131"/>
                      <a:pt x="613" y="131"/>
                    </a:cubicBezTo>
                    <a:cubicBezTo>
                      <a:pt x="423" y="131"/>
                      <a:pt x="233" y="88"/>
                      <a:pt x="58" y="2"/>
                    </a:cubicBezTo>
                    <a:cubicBezTo>
                      <a:pt x="54" y="1"/>
                      <a:pt x="51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86"/>
              <p:cNvSpPr/>
              <p:nvPr/>
            </p:nvSpPr>
            <p:spPr>
              <a:xfrm>
                <a:off x="7661527" y="1456558"/>
                <a:ext cx="95329" cy="30676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88" extrusionOk="0">
                    <a:moveTo>
                      <a:pt x="663" y="0"/>
                    </a:moveTo>
                    <a:cubicBezTo>
                      <a:pt x="633" y="0"/>
                      <a:pt x="601" y="2"/>
                      <a:pt x="568" y="6"/>
                    </a:cubicBezTo>
                    <a:cubicBezTo>
                      <a:pt x="397" y="13"/>
                      <a:pt x="241" y="60"/>
                      <a:pt x="105" y="156"/>
                    </a:cubicBezTo>
                    <a:cubicBezTo>
                      <a:pt x="0" y="233"/>
                      <a:pt x="7" y="288"/>
                      <a:pt x="75" y="288"/>
                    </a:cubicBezTo>
                    <a:cubicBezTo>
                      <a:pt x="91" y="288"/>
                      <a:pt x="110" y="285"/>
                      <a:pt x="132" y="278"/>
                    </a:cubicBezTo>
                    <a:cubicBezTo>
                      <a:pt x="268" y="251"/>
                      <a:pt x="404" y="224"/>
                      <a:pt x="547" y="217"/>
                    </a:cubicBezTo>
                    <a:cubicBezTo>
                      <a:pt x="704" y="203"/>
                      <a:pt x="833" y="237"/>
                      <a:pt x="867" y="128"/>
                    </a:cubicBezTo>
                    <a:cubicBezTo>
                      <a:pt x="895" y="39"/>
                      <a:pt x="799" y="0"/>
                      <a:pt x="66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86"/>
              <p:cNvSpPr/>
              <p:nvPr/>
            </p:nvSpPr>
            <p:spPr>
              <a:xfrm>
                <a:off x="7855593" y="1457836"/>
                <a:ext cx="97885" cy="2737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257" extrusionOk="0">
                    <a:moveTo>
                      <a:pt x="366" y="0"/>
                    </a:moveTo>
                    <a:cubicBezTo>
                      <a:pt x="354" y="0"/>
                      <a:pt x="342" y="0"/>
                      <a:pt x="331" y="1"/>
                    </a:cubicBezTo>
                    <a:cubicBezTo>
                      <a:pt x="317" y="0"/>
                      <a:pt x="304" y="0"/>
                      <a:pt x="291" y="0"/>
                    </a:cubicBezTo>
                    <a:cubicBezTo>
                      <a:pt x="121" y="0"/>
                      <a:pt x="0" y="42"/>
                      <a:pt x="38" y="144"/>
                    </a:cubicBezTo>
                    <a:cubicBezTo>
                      <a:pt x="61" y="200"/>
                      <a:pt x="109" y="213"/>
                      <a:pt x="174" y="213"/>
                    </a:cubicBezTo>
                    <a:cubicBezTo>
                      <a:pt x="226" y="213"/>
                      <a:pt x="288" y="205"/>
                      <a:pt x="358" y="205"/>
                    </a:cubicBezTo>
                    <a:cubicBezTo>
                      <a:pt x="501" y="212"/>
                      <a:pt x="637" y="225"/>
                      <a:pt x="780" y="253"/>
                    </a:cubicBezTo>
                    <a:cubicBezTo>
                      <a:pt x="795" y="255"/>
                      <a:pt x="809" y="256"/>
                      <a:pt x="821" y="256"/>
                    </a:cubicBezTo>
                    <a:cubicBezTo>
                      <a:pt x="903" y="256"/>
                      <a:pt x="918" y="200"/>
                      <a:pt x="800" y="123"/>
                    </a:cubicBezTo>
                    <a:cubicBezTo>
                      <a:pt x="668" y="41"/>
                      <a:pt x="517" y="0"/>
                      <a:pt x="366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86"/>
              <p:cNvSpPr/>
              <p:nvPr/>
            </p:nvSpPr>
            <p:spPr>
              <a:xfrm>
                <a:off x="7792431" y="1547733"/>
                <a:ext cx="51659" cy="74026"/>
              </a:xfrm>
              <a:custGeom>
                <a:avLst/>
                <a:gdLst/>
                <a:ahLst/>
                <a:cxnLst/>
                <a:rect l="l" t="t" r="r" b="b"/>
                <a:pathLst>
                  <a:path w="485" h="695" extrusionOk="0">
                    <a:moveTo>
                      <a:pt x="107" y="0"/>
                    </a:moveTo>
                    <a:cubicBezTo>
                      <a:pt x="87" y="0"/>
                      <a:pt x="73" y="7"/>
                      <a:pt x="73" y="28"/>
                    </a:cubicBezTo>
                    <a:cubicBezTo>
                      <a:pt x="73" y="41"/>
                      <a:pt x="87" y="62"/>
                      <a:pt x="101" y="62"/>
                    </a:cubicBezTo>
                    <a:cubicBezTo>
                      <a:pt x="485" y="75"/>
                      <a:pt x="451" y="637"/>
                      <a:pt x="95" y="637"/>
                    </a:cubicBezTo>
                    <a:cubicBezTo>
                      <a:pt x="80" y="637"/>
                      <a:pt x="63" y="636"/>
                      <a:pt x="46" y="633"/>
                    </a:cubicBezTo>
                    <a:cubicBezTo>
                      <a:pt x="44" y="633"/>
                      <a:pt x="42" y="633"/>
                      <a:pt x="40" y="633"/>
                    </a:cubicBezTo>
                    <a:cubicBezTo>
                      <a:pt x="5" y="633"/>
                      <a:pt x="1" y="688"/>
                      <a:pt x="39" y="688"/>
                    </a:cubicBezTo>
                    <a:lnTo>
                      <a:pt x="73" y="688"/>
                    </a:lnTo>
                    <a:lnTo>
                      <a:pt x="80" y="694"/>
                    </a:lnTo>
                    <a:cubicBezTo>
                      <a:pt x="257" y="688"/>
                      <a:pt x="400" y="552"/>
                      <a:pt x="420" y="381"/>
                    </a:cubicBezTo>
                    <a:cubicBezTo>
                      <a:pt x="434" y="191"/>
                      <a:pt x="298" y="21"/>
                      <a:pt x="1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86"/>
              <p:cNvSpPr/>
              <p:nvPr/>
            </p:nvSpPr>
            <p:spPr>
              <a:xfrm>
                <a:off x="7872635" y="1499909"/>
                <a:ext cx="26948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70" extrusionOk="0">
                    <a:moveTo>
                      <a:pt x="130" y="0"/>
                    </a:moveTo>
                    <a:cubicBezTo>
                      <a:pt x="55" y="0"/>
                      <a:pt x="1" y="102"/>
                      <a:pt x="1" y="232"/>
                    </a:cubicBezTo>
                    <a:cubicBezTo>
                      <a:pt x="1" y="361"/>
                      <a:pt x="55" y="470"/>
                      <a:pt x="130" y="470"/>
                    </a:cubicBezTo>
                    <a:cubicBezTo>
                      <a:pt x="198" y="470"/>
                      <a:pt x="252" y="361"/>
                      <a:pt x="252" y="232"/>
                    </a:cubicBezTo>
                    <a:cubicBezTo>
                      <a:pt x="252" y="102"/>
                      <a:pt x="198" y="0"/>
                      <a:pt x="1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86"/>
              <p:cNvSpPr/>
              <p:nvPr/>
            </p:nvSpPr>
            <p:spPr>
              <a:xfrm>
                <a:off x="7716168" y="1499909"/>
                <a:ext cx="26841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2" h="470" extrusionOk="0">
                    <a:moveTo>
                      <a:pt x="129" y="0"/>
                    </a:moveTo>
                    <a:cubicBezTo>
                      <a:pt x="55" y="0"/>
                      <a:pt x="0" y="102"/>
                      <a:pt x="0" y="232"/>
                    </a:cubicBezTo>
                    <a:cubicBezTo>
                      <a:pt x="0" y="361"/>
                      <a:pt x="61" y="470"/>
                      <a:pt x="129" y="470"/>
                    </a:cubicBezTo>
                    <a:cubicBezTo>
                      <a:pt x="197" y="470"/>
                      <a:pt x="252" y="361"/>
                      <a:pt x="252" y="232"/>
                    </a:cubicBezTo>
                    <a:cubicBezTo>
                      <a:pt x="252" y="102"/>
                      <a:pt x="197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86"/>
              <p:cNvSpPr/>
              <p:nvPr/>
            </p:nvSpPr>
            <p:spPr>
              <a:xfrm>
                <a:off x="7550861" y="1259297"/>
                <a:ext cx="4711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4423" h="3757" extrusionOk="0">
                    <a:moveTo>
                      <a:pt x="4287" y="2266"/>
                    </a:moveTo>
                    <a:cubicBezTo>
                      <a:pt x="4287" y="2266"/>
                      <a:pt x="4287" y="2266"/>
                      <a:pt x="4287" y="2266"/>
                    </a:cubicBezTo>
                    <a:cubicBezTo>
                      <a:pt x="4287" y="2266"/>
                      <a:pt x="4287" y="2266"/>
                      <a:pt x="4287" y="2266"/>
                    </a:cubicBezTo>
                    <a:close/>
                    <a:moveTo>
                      <a:pt x="2362" y="1"/>
                    </a:moveTo>
                    <a:cubicBezTo>
                      <a:pt x="1756" y="1"/>
                      <a:pt x="892" y="266"/>
                      <a:pt x="525" y="722"/>
                    </a:cubicBezTo>
                    <a:cubicBezTo>
                      <a:pt x="389" y="892"/>
                      <a:pt x="368" y="1164"/>
                      <a:pt x="355" y="1382"/>
                    </a:cubicBezTo>
                    <a:cubicBezTo>
                      <a:pt x="348" y="1552"/>
                      <a:pt x="239" y="1729"/>
                      <a:pt x="185" y="1892"/>
                    </a:cubicBezTo>
                    <a:cubicBezTo>
                      <a:pt x="123" y="2062"/>
                      <a:pt x="83" y="2246"/>
                      <a:pt x="42" y="2423"/>
                    </a:cubicBezTo>
                    <a:cubicBezTo>
                      <a:pt x="21" y="2518"/>
                      <a:pt x="8" y="2613"/>
                      <a:pt x="1" y="2715"/>
                    </a:cubicBezTo>
                    <a:cubicBezTo>
                      <a:pt x="8" y="2824"/>
                      <a:pt x="21" y="2940"/>
                      <a:pt x="49" y="3055"/>
                    </a:cubicBezTo>
                    <a:cubicBezTo>
                      <a:pt x="69" y="3137"/>
                      <a:pt x="96" y="3205"/>
                      <a:pt x="123" y="3280"/>
                    </a:cubicBezTo>
                    <a:cubicBezTo>
                      <a:pt x="151" y="3368"/>
                      <a:pt x="130" y="3470"/>
                      <a:pt x="151" y="3566"/>
                    </a:cubicBezTo>
                    <a:cubicBezTo>
                      <a:pt x="171" y="3668"/>
                      <a:pt x="253" y="3749"/>
                      <a:pt x="361" y="3756"/>
                    </a:cubicBezTo>
                    <a:cubicBezTo>
                      <a:pt x="436" y="3743"/>
                      <a:pt x="498" y="3702"/>
                      <a:pt x="538" y="3634"/>
                    </a:cubicBezTo>
                    <a:cubicBezTo>
                      <a:pt x="688" y="3436"/>
                      <a:pt x="756" y="3185"/>
                      <a:pt x="722" y="2933"/>
                    </a:cubicBezTo>
                    <a:cubicBezTo>
                      <a:pt x="702" y="2804"/>
                      <a:pt x="654" y="2681"/>
                      <a:pt x="620" y="2559"/>
                    </a:cubicBezTo>
                    <a:cubicBezTo>
                      <a:pt x="579" y="2348"/>
                      <a:pt x="566" y="2137"/>
                      <a:pt x="579" y="1926"/>
                    </a:cubicBezTo>
                    <a:cubicBezTo>
                      <a:pt x="593" y="1804"/>
                      <a:pt x="620" y="1681"/>
                      <a:pt x="654" y="1559"/>
                    </a:cubicBezTo>
                    <a:cubicBezTo>
                      <a:pt x="654" y="1559"/>
                      <a:pt x="824" y="1525"/>
                      <a:pt x="1021" y="1484"/>
                    </a:cubicBezTo>
                    <a:cubicBezTo>
                      <a:pt x="1246" y="1436"/>
                      <a:pt x="1709" y="1389"/>
                      <a:pt x="1770" y="1348"/>
                    </a:cubicBezTo>
                    <a:cubicBezTo>
                      <a:pt x="1831" y="1307"/>
                      <a:pt x="1831" y="824"/>
                      <a:pt x="1831" y="824"/>
                    </a:cubicBezTo>
                    <a:cubicBezTo>
                      <a:pt x="1831" y="824"/>
                      <a:pt x="1906" y="1273"/>
                      <a:pt x="1954" y="1314"/>
                    </a:cubicBezTo>
                    <a:cubicBezTo>
                      <a:pt x="1984" y="1345"/>
                      <a:pt x="2112" y="1353"/>
                      <a:pt x="2261" y="1353"/>
                    </a:cubicBezTo>
                    <a:cubicBezTo>
                      <a:pt x="2342" y="1353"/>
                      <a:pt x="2430" y="1350"/>
                      <a:pt x="2511" y="1348"/>
                    </a:cubicBezTo>
                    <a:cubicBezTo>
                      <a:pt x="2550" y="1347"/>
                      <a:pt x="2590" y="1346"/>
                      <a:pt x="2630" y="1346"/>
                    </a:cubicBezTo>
                    <a:cubicBezTo>
                      <a:pt x="2733" y="1346"/>
                      <a:pt x="2840" y="1349"/>
                      <a:pt x="2927" y="1349"/>
                    </a:cubicBezTo>
                    <a:cubicBezTo>
                      <a:pt x="3019" y="1349"/>
                      <a:pt x="3089" y="1346"/>
                      <a:pt x="3110" y="1334"/>
                    </a:cubicBezTo>
                    <a:cubicBezTo>
                      <a:pt x="3158" y="1300"/>
                      <a:pt x="3185" y="1062"/>
                      <a:pt x="3185" y="1062"/>
                    </a:cubicBezTo>
                    <a:cubicBezTo>
                      <a:pt x="3185" y="1062"/>
                      <a:pt x="3226" y="1300"/>
                      <a:pt x="3267" y="1341"/>
                    </a:cubicBezTo>
                    <a:cubicBezTo>
                      <a:pt x="3294" y="1368"/>
                      <a:pt x="3425" y="1380"/>
                      <a:pt x="3541" y="1380"/>
                    </a:cubicBezTo>
                    <a:cubicBezTo>
                      <a:pt x="3629" y="1380"/>
                      <a:pt x="3709" y="1373"/>
                      <a:pt x="3729" y="1361"/>
                    </a:cubicBezTo>
                    <a:cubicBezTo>
                      <a:pt x="3770" y="1334"/>
                      <a:pt x="3811" y="1001"/>
                      <a:pt x="3811" y="1001"/>
                    </a:cubicBezTo>
                    <a:cubicBezTo>
                      <a:pt x="3811" y="1001"/>
                      <a:pt x="3947" y="1484"/>
                      <a:pt x="3981" y="1627"/>
                    </a:cubicBezTo>
                    <a:cubicBezTo>
                      <a:pt x="4015" y="1776"/>
                      <a:pt x="4110" y="2103"/>
                      <a:pt x="4287" y="2266"/>
                    </a:cubicBezTo>
                    <a:lnTo>
                      <a:pt x="4287" y="2266"/>
                    </a:lnTo>
                    <a:cubicBezTo>
                      <a:pt x="4282" y="2255"/>
                      <a:pt x="4422" y="959"/>
                      <a:pt x="4253" y="722"/>
                    </a:cubicBezTo>
                    <a:cubicBezTo>
                      <a:pt x="3886" y="218"/>
                      <a:pt x="2994" y="1"/>
                      <a:pt x="2362" y="1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86"/>
              <p:cNvSpPr/>
              <p:nvPr/>
            </p:nvSpPr>
            <p:spPr>
              <a:xfrm>
                <a:off x="7946555" y="1500974"/>
                <a:ext cx="108110" cy="115034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080" extrusionOk="0">
                    <a:moveTo>
                      <a:pt x="558" y="0"/>
                    </a:moveTo>
                    <a:cubicBezTo>
                      <a:pt x="360" y="0"/>
                      <a:pt x="164" y="164"/>
                      <a:pt x="89" y="405"/>
                    </a:cubicBezTo>
                    <a:cubicBezTo>
                      <a:pt x="1" y="698"/>
                      <a:pt x="109" y="991"/>
                      <a:pt x="341" y="1065"/>
                    </a:cubicBezTo>
                    <a:cubicBezTo>
                      <a:pt x="375" y="1075"/>
                      <a:pt x="410" y="1080"/>
                      <a:pt x="445" y="1080"/>
                    </a:cubicBezTo>
                    <a:cubicBezTo>
                      <a:pt x="649" y="1080"/>
                      <a:pt x="844" y="915"/>
                      <a:pt x="926" y="671"/>
                    </a:cubicBezTo>
                    <a:cubicBezTo>
                      <a:pt x="1014" y="378"/>
                      <a:pt x="906" y="86"/>
                      <a:pt x="667" y="18"/>
                    </a:cubicBezTo>
                    <a:cubicBezTo>
                      <a:pt x="631" y="6"/>
                      <a:pt x="595" y="0"/>
                      <a:pt x="558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86"/>
              <p:cNvSpPr/>
              <p:nvPr/>
            </p:nvSpPr>
            <p:spPr>
              <a:xfrm>
                <a:off x="7579193" y="1626446"/>
                <a:ext cx="42072" cy="6049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68" extrusionOk="0">
                    <a:moveTo>
                      <a:pt x="356" y="0"/>
                    </a:moveTo>
                    <a:cubicBezTo>
                      <a:pt x="345" y="0"/>
                      <a:pt x="332" y="8"/>
                      <a:pt x="327" y="23"/>
                    </a:cubicBezTo>
                    <a:cubicBezTo>
                      <a:pt x="245" y="200"/>
                      <a:pt x="143" y="364"/>
                      <a:pt x="14" y="513"/>
                    </a:cubicBezTo>
                    <a:cubicBezTo>
                      <a:pt x="0" y="527"/>
                      <a:pt x="0" y="547"/>
                      <a:pt x="14" y="561"/>
                    </a:cubicBezTo>
                    <a:cubicBezTo>
                      <a:pt x="21" y="568"/>
                      <a:pt x="27" y="568"/>
                      <a:pt x="34" y="568"/>
                    </a:cubicBezTo>
                    <a:cubicBezTo>
                      <a:pt x="48" y="568"/>
                      <a:pt x="61" y="568"/>
                      <a:pt x="68" y="554"/>
                    </a:cubicBezTo>
                    <a:cubicBezTo>
                      <a:pt x="198" y="404"/>
                      <a:pt x="306" y="228"/>
                      <a:pt x="388" y="44"/>
                    </a:cubicBezTo>
                    <a:cubicBezTo>
                      <a:pt x="395" y="30"/>
                      <a:pt x="381" y="10"/>
                      <a:pt x="368" y="3"/>
                    </a:cubicBezTo>
                    <a:cubicBezTo>
                      <a:pt x="364" y="1"/>
                      <a:pt x="360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86"/>
              <p:cNvSpPr/>
              <p:nvPr/>
            </p:nvSpPr>
            <p:spPr>
              <a:xfrm>
                <a:off x="8014723" y="1675974"/>
                <a:ext cx="17468" cy="8201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770" extrusionOk="0">
                    <a:moveTo>
                      <a:pt x="27" y="1"/>
                    </a:moveTo>
                    <a:cubicBezTo>
                      <a:pt x="14" y="7"/>
                      <a:pt x="0" y="28"/>
                      <a:pt x="0" y="42"/>
                    </a:cubicBezTo>
                    <a:cubicBezTo>
                      <a:pt x="55" y="280"/>
                      <a:pt x="95" y="491"/>
                      <a:pt x="34" y="729"/>
                    </a:cubicBezTo>
                    <a:cubicBezTo>
                      <a:pt x="34" y="749"/>
                      <a:pt x="41" y="763"/>
                      <a:pt x="61" y="769"/>
                    </a:cubicBezTo>
                    <a:lnTo>
                      <a:pt x="68" y="769"/>
                    </a:lnTo>
                    <a:cubicBezTo>
                      <a:pt x="82" y="769"/>
                      <a:pt x="95" y="763"/>
                      <a:pt x="102" y="749"/>
                    </a:cubicBezTo>
                    <a:cubicBezTo>
                      <a:pt x="163" y="491"/>
                      <a:pt x="116" y="266"/>
                      <a:pt x="68" y="28"/>
                    </a:cubicBezTo>
                    <a:cubicBezTo>
                      <a:pt x="61" y="14"/>
                      <a:pt x="48" y="1"/>
                      <a:pt x="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86"/>
              <p:cNvSpPr/>
              <p:nvPr/>
            </p:nvSpPr>
            <p:spPr>
              <a:xfrm>
                <a:off x="7884245" y="1291144"/>
                <a:ext cx="10225" cy="70405"/>
              </a:xfrm>
              <a:custGeom>
                <a:avLst/>
                <a:gdLst/>
                <a:ahLst/>
                <a:cxnLst/>
                <a:rect l="l" t="t" r="r" b="b"/>
                <a:pathLst>
                  <a:path w="96" h="661" extrusionOk="0">
                    <a:moveTo>
                      <a:pt x="32" y="1"/>
                    </a:moveTo>
                    <a:cubicBezTo>
                      <a:pt x="16" y="1"/>
                      <a:pt x="1" y="13"/>
                      <a:pt x="1" y="35"/>
                    </a:cubicBezTo>
                    <a:cubicBezTo>
                      <a:pt x="21" y="232"/>
                      <a:pt x="28" y="430"/>
                      <a:pt x="28" y="627"/>
                    </a:cubicBezTo>
                    <a:cubicBezTo>
                      <a:pt x="28" y="647"/>
                      <a:pt x="41" y="661"/>
                      <a:pt x="62" y="661"/>
                    </a:cubicBezTo>
                    <a:cubicBezTo>
                      <a:pt x="82" y="661"/>
                      <a:pt x="96" y="647"/>
                      <a:pt x="96" y="627"/>
                    </a:cubicBezTo>
                    <a:cubicBezTo>
                      <a:pt x="96" y="430"/>
                      <a:pt x="82" y="226"/>
                      <a:pt x="62" y="28"/>
                    </a:cubicBezTo>
                    <a:cubicBezTo>
                      <a:pt x="59" y="9"/>
                      <a:pt x="45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86"/>
              <p:cNvSpPr/>
              <p:nvPr/>
            </p:nvSpPr>
            <p:spPr>
              <a:xfrm>
                <a:off x="7627017" y="1263877"/>
                <a:ext cx="64760" cy="7818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734" extrusionOk="0">
                    <a:moveTo>
                      <a:pt x="562" y="1"/>
                    </a:moveTo>
                    <a:cubicBezTo>
                      <a:pt x="557" y="1"/>
                      <a:pt x="551" y="2"/>
                      <a:pt x="545" y="5"/>
                    </a:cubicBezTo>
                    <a:cubicBezTo>
                      <a:pt x="286" y="155"/>
                      <a:pt x="89" y="400"/>
                      <a:pt x="7" y="692"/>
                    </a:cubicBezTo>
                    <a:cubicBezTo>
                      <a:pt x="0" y="706"/>
                      <a:pt x="14" y="726"/>
                      <a:pt x="27" y="733"/>
                    </a:cubicBezTo>
                    <a:lnTo>
                      <a:pt x="41" y="733"/>
                    </a:lnTo>
                    <a:cubicBezTo>
                      <a:pt x="48" y="733"/>
                      <a:pt x="61" y="720"/>
                      <a:pt x="68" y="713"/>
                    </a:cubicBezTo>
                    <a:cubicBezTo>
                      <a:pt x="150" y="441"/>
                      <a:pt x="334" y="209"/>
                      <a:pt x="579" y="60"/>
                    </a:cubicBezTo>
                    <a:cubicBezTo>
                      <a:pt x="607" y="42"/>
                      <a:pt x="592" y="1"/>
                      <a:pt x="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86"/>
              <p:cNvSpPr/>
              <p:nvPr/>
            </p:nvSpPr>
            <p:spPr>
              <a:xfrm>
                <a:off x="7769744" y="1210195"/>
                <a:ext cx="28545" cy="5357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503" extrusionOk="0">
                    <a:moveTo>
                      <a:pt x="223" y="0"/>
                    </a:moveTo>
                    <a:cubicBezTo>
                      <a:pt x="217" y="0"/>
                      <a:pt x="211" y="2"/>
                      <a:pt x="205" y="6"/>
                    </a:cubicBezTo>
                    <a:cubicBezTo>
                      <a:pt x="198" y="13"/>
                      <a:pt x="62" y="121"/>
                      <a:pt x="1" y="462"/>
                    </a:cubicBezTo>
                    <a:cubicBezTo>
                      <a:pt x="1" y="482"/>
                      <a:pt x="14" y="496"/>
                      <a:pt x="28" y="502"/>
                    </a:cubicBezTo>
                    <a:lnTo>
                      <a:pt x="35" y="502"/>
                    </a:lnTo>
                    <a:cubicBezTo>
                      <a:pt x="48" y="502"/>
                      <a:pt x="62" y="489"/>
                      <a:pt x="69" y="475"/>
                    </a:cubicBezTo>
                    <a:cubicBezTo>
                      <a:pt x="123" y="162"/>
                      <a:pt x="245" y="53"/>
                      <a:pt x="245" y="53"/>
                    </a:cubicBezTo>
                    <a:cubicBezTo>
                      <a:pt x="268" y="31"/>
                      <a:pt x="24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86"/>
              <p:cNvSpPr/>
              <p:nvPr/>
            </p:nvSpPr>
            <p:spPr>
              <a:xfrm>
                <a:off x="7784230" y="1252054"/>
                <a:ext cx="12462" cy="3994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75" extrusionOk="0">
                    <a:moveTo>
                      <a:pt x="89" y="1"/>
                    </a:moveTo>
                    <a:cubicBezTo>
                      <a:pt x="69" y="1"/>
                      <a:pt x="48" y="7"/>
                      <a:pt x="48" y="28"/>
                    </a:cubicBezTo>
                    <a:cubicBezTo>
                      <a:pt x="21" y="130"/>
                      <a:pt x="7" y="232"/>
                      <a:pt x="1" y="341"/>
                    </a:cubicBezTo>
                    <a:cubicBezTo>
                      <a:pt x="1" y="361"/>
                      <a:pt x="14" y="375"/>
                      <a:pt x="28" y="375"/>
                    </a:cubicBezTo>
                    <a:cubicBezTo>
                      <a:pt x="48" y="375"/>
                      <a:pt x="62" y="361"/>
                      <a:pt x="62" y="341"/>
                    </a:cubicBezTo>
                    <a:cubicBezTo>
                      <a:pt x="69" y="239"/>
                      <a:pt x="89" y="137"/>
                      <a:pt x="109" y="41"/>
                    </a:cubicBezTo>
                    <a:cubicBezTo>
                      <a:pt x="116" y="21"/>
                      <a:pt x="103" y="7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86"/>
              <p:cNvSpPr/>
              <p:nvPr/>
            </p:nvSpPr>
            <p:spPr>
              <a:xfrm>
                <a:off x="7997255" y="1383917"/>
                <a:ext cx="53043" cy="9362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879" extrusionOk="0">
                    <a:moveTo>
                      <a:pt x="28" y="1"/>
                    </a:moveTo>
                    <a:cubicBezTo>
                      <a:pt x="14" y="8"/>
                      <a:pt x="1" y="21"/>
                      <a:pt x="1" y="42"/>
                    </a:cubicBezTo>
                    <a:cubicBezTo>
                      <a:pt x="69" y="348"/>
                      <a:pt x="219" y="634"/>
                      <a:pt x="436" y="865"/>
                    </a:cubicBezTo>
                    <a:cubicBezTo>
                      <a:pt x="443" y="872"/>
                      <a:pt x="457" y="879"/>
                      <a:pt x="464" y="879"/>
                    </a:cubicBezTo>
                    <a:cubicBezTo>
                      <a:pt x="470" y="879"/>
                      <a:pt x="477" y="872"/>
                      <a:pt x="484" y="865"/>
                    </a:cubicBezTo>
                    <a:cubicBezTo>
                      <a:pt x="498" y="851"/>
                      <a:pt x="498" y="831"/>
                      <a:pt x="484" y="817"/>
                    </a:cubicBezTo>
                    <a:cubicBezTo>
                      <a:pt x="280" y="600"/>
                      <a:pt x="130" y="327"/>
                      <a:pt x="69" y="28"/>
                    </a:cubicBezTo>
                    <a:cubicBezTo>
                      <a:pt x="62" y="14"/>
                      <a:pt x="49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86"/>
              <p:cNvSpPr/>
              <p:nvPr/>
            </p:nvSpPr>
            <p:spPr>
              <a:xfrm>
                <a:off x="7690073" y="1833293"/>
                <a:ext cx="259464" cy="184160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729" extrusionOk="0">
                    <a:moveTo>
                      <a:pt x="266" y="0"/>
                    </a:moveTo>
                    <a:lnTo>
                      <a:pt x="0" y="75"/>
                    </a:lnTo>
                    <a:lnTo>
                      <a:pt x="334" y="1728"/>
                    </a:lnTo>
                    <a:lnTo>
                      <a:pt x="1402" y="1708"/>
                    </a:lnTo>
                    <a:lnTo>
                      <a:pt x="2436" y="490"/>
                    </a:lnTo>
                    <a:lnTo>
                      <a:pt x="2109" y="61"/>
                    </a:lnTo>
                    <a:lnTo>
                      <a:pt x="1837" y="7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86"/>
              <p:cNvSpPr/>
              <p:nvPr/>
            </p:nvSpPr>
            <p:spPr>
              <a:xfrm>
                <a:off x="7293420" y="2002009"/>
                <a:ext cx="297809" cy="48899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4591" extrusionOk="0">
                    <a:moveTo>
                      <a:pt x="2176" y="1"/>
                    </a:moveTo>
                    <a:cubicBezTo>
                      <a:pt x="2018" y="1"/>
                      <a:pt x="1840" y="91"/>
                      <a:pt x="1669" y="301"/>
                    </a:cubicBezTo>
                    <a:cubicBezTo>
                      <a:pt x="1118" y="981"/>
                      <a:pt x="561" y="2648"/>
                      <a:pt x="234" y="3478"/>
                    </a:cubicBezTo>
                    <a:cubicBezTo>
                      <a:pt x="1" y="4059"/>
                      <a:pt x="394" y="4590"/>
                      <a:pt x="878" y="4590"/>
                    </a:cubicBezTo>
                    <a:cubicBezTo>
                      <a:pt x="1085" y="4590"/>
                      <a:pt x="1308" y="4493"/>
                      <a:pt x="1506" y="4260"/>
                    </a:cubicBezTo>
                    <a:cubicBezTo>
                      <a:pt x="2166" y="3485"/>
                      <a:pt x="2445" y="1859"/>
                      <a:pt x="2649" y="1035"/>
                    </a:cubicBezTo>
                    <a:cubicBezTo>
                      <a:pt x="2796" y="464"/>
                      <a:pt x="2535" y="1"/>
                      <a:pt x="2176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86"/>
              <p:cNvSpPr/>
              <p:nvPr/>
            </p:nvSpPr>
            <p:spPr>
              <a:xfrm>
                <a:off x="7319729" y="1841175"/>
                <a:ext cx="370450" cy="535651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5029" extrusionOk="0">
                    <a:moveTo>
                      <a:pt x="3477" y="1"/>
                    </a:moveTo>
                    <a:lnTo>
                      <a:pt x="3477" y="1"/>
                    </a:lnTo>
                    <a:cubicBezTo>
                      <a:pt x="3477" y="1"/>
                      <a:pt x="2157" y="171"/>
                      <a:pt x="1654" y="538"/>
                    </a:cubicBezTo>
                    <a:cubicBezTo>
                      <a:pt x="1239" y="838"/>
                      <a:pt x="1" y="3811"/>
                      <a:pt x="1" y="3811"/>
                    </a:cubicBezTo>
                    <a:cubicBezTo>
                      <a:pt x="1" y="3811"/>
                      <a:pt x="1041" y="4879"/>
                      <a:pt x="2062" y="5029"/>
                    </a:cubicBezTo>
                    <a:lnTo>
                      <a:pt x="3287" y="3205"/>
                    </a:lnTo>
                    <a:lnTo>
                      <a:pt x="347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86"/>
              <p:cNvSpPr/>
              <p:nvPr/>
            </p:nvSpPr>
            <p:spPr>
              <a:xfrm>
                <a:off x="7472681" y="1839790"/>
                <a:ext cx="742073" cy="1007395"/>
              </a:xfrm>
              <a:custGeom>
                <a:avLst/>
                <a:gdLst/>
                <a:ahLst/>
                <a:cxnLst/>
                <a:rect l="l" t="t" r="r" b="b"/>
                <a:pathLst>
                  <a:path w="6967" h="9458" extrusionOk="0">
                    <a:moveTo>
                      <a:pt x="4150" y="0"/>
                    </a:moveTo>
                    <a:cubicBezTo>
                      <a:pt x="4150" y="0"/>
                      <a:pt x="3952" y="865"/>
                      <a:pt x="3134" y="865"/>
                    </a:cubicBezTo>
                    <a:cubicBezTo>
                      <a:pt x="3121" y="865"/>
                      <a:pt x="3109" y="865"/>
                      <a:pt x="3096" y="864"/>
                    </a:cubicBezTo>
                    <a:cubicBezTo>
                      <a:pt x="2245" y="837"/>
                      <a:pt x="2041" y="14"/>
                      <a:pt x="2041" y="14"/>
                    </a:cubicBezTo>
                    <a:cubicBezTo>
                      <a:pt x="2041" y="14"/>
                      <a:pt x="1504" y="150"/>
                      <a:pt x="1089" y="1082"/>
                    </a:cubicBezTo>
                    <a:cubicBezTo>
                      <a:pt x="674" y="2007"/>
                      <a:pt x="667" y="3116"/>
                      <a:pt x="592" y="3960"/>
                    </a:cubicBezTo>
                    <a:cubicBezTo>
                      <a:pt x="517" y="4804"/>
                      <a:pt x="0" y="9205"/>
                      <a:pt x="0" y="9205"/>
                    </a:cubicBezTo>
                    <a:cubicBezTo>
                      <a:pt x="1218" y="9362"/>
                      <a:pt x="2449" y="9450"/>
                      <a:pt x="3681" y="9457"/>
                    </a:cubicBezTo>
                    <a:cubicBezTo>
                      <a:pt x="4783" y="9457"/>
                      <a:pt x="5885" y="9348"/>
                      <a:pt x="6967" y="9124"/>
                    </a:cubicBezTo>
                    <a:lnTo>
                      <a:pt x="5776" y="1300"/>
                    </a:lnTo>
                    <a:lnTo>
                      <a:pt x="41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86"/>
              <p:cNvSpPr/>
              <p:nvPr/>
            </p:nvSpPr>
            <p:spPr>
              <a:xfrm>
                <a:off x="8013977" y="1973783"/>
                <a:ext cx="359480" cy="460347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322" extrusionOk="0">
                    <a:moveTo>
                      <a:pt x="1300" y="1"/>
                    </a:moveTo>
                    <a:lnTo>
                      <a:pt x="0" y="987"/>
                    </a:lnTo>
                    <a:cubicBezTo>
                      <a:pt x="0" y="987"/>
                      <a:pt x="1722" y="4001"/>
                      <a:pt x="2212" y="4260"/>
                    </a:cubicBezTo>
                    <a:cubicBezTo>
                      <a:pt x="2291" y="4302"/>
                      <a:pt x="2377" y="4322"/>
                      <a:pt x="2463" y="4322"/>
                    </a:cubicBezTo>
                    <a:cubicBezTo>
                      <a:pt x="2909" y="4322"/>
                      <a:pt x="3375" y="3803"/>
                      <a:pt x="3130" y="3165"/>
                    </a:cubicBezTo>
                    <a:cubicBezTo>
                      <a:pt x="2831" y="2403"/>
                      <a:pt x="1300" y="1"/>
                      <a:pt x="130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86"/>
              <p:cNvSpPr/>
              <p:nvPr/>
            </p:nvSpPr>
            <p:spPr>
              <a:xfrm>
                <a:off x="7914708" y="1839790"/>
                <a:ext cx="415292" cy="530539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81" extrusionOk="0">
                    <a:moveTo>
                      <a:pt x="0" y="0"/>
                    </a:moveTo>
                    <a:lnTo>
                      <a:pt x="225" y="2511"/>
                    </a:lnTo>
                    <a:lnTo>
                      <a:pt x="2171" y="4980"/>
                    </a:lnTo>
                    <a:cubicBezTo>
                      <a:pt x="2899" y="4627"/>
                      <a:pt x="3511" y="4225"/>
                      <a:pt x="3899" y="3327"/>
                    </a:cubicBezTo>
                    <a:cubicBezTo>
                      <a:pt x="3892" y="3327"/>
                      <a:pt x="2729" y="932"/>
                      <a:pt x="2198" y="551"/>
                    </a:cubicBezTo>
                    <a:cubicBezTo>
                      <a:pt x="1660" y="16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86"/>
              <p:cNvSpPr/>
              <p:nvPr/>
            </p:nvSpPr>
            <p:spPr>
              <a:xfrm>
                <a:off x="7339327" y="2050685"/>
                <a:ext cx="500822" cy="437766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110" extrusionOk="0">
                    <a:moveTo>
                      <a:pt x="4457" y="0"/>
                    </a:moveTo>
                    <a:cubicBezTo>
                      <a:pt x="2021" y="1334"/>
                      <a:pt x="0" y="2681"/>
                      <a:pt x="0" y="2681"/>
                    </a:cubicBezTo>
                    <a:lnTo>
                      <a:pt x="633" y="4109"/>
                    </a:lnTo>
                    <a:cubicBezTo>
                      <a:pt x="2368" y="3531"/>
                      <a:pt x="4702" y="633"/>
                      <a:pt x="4702" y="633"/>
                    </a:cubicBezTo>
                    <a:lnTo>
                      <a:pt x="4457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86"/>
              <p:cNvSpPr/>
              <p:nvPr/>
            </p:nvSpPr>
            <p:spPr>
              <a:xfrm>
                <a:off x="7808195" y="2086899"/>
                <a:ext cx="529793" cy="345740"/>
              </a:xfrm>
              <a:custGeom>
                <a:avLst/>
                <a:gdLst/>
                <a:ahLst/>
                <a:cxnLst/>
                <a:rect l="l" t="t" r="r" b="b"/>
                <a:pathLst>
                  <a:path w="4974" h="3246" extrusionOk="0">
                    <a:moveTo>
                      <a:pt x="354" y="0"/>
                    </a:moveTo>
                    <a:lnTo>
                      <a:pt x="0" y="626"/>
                    </a:lnTo>
                    <a:cubicBezTo>
                      <a:pt x="0" y="626"/>
                      <a:pt x="1987" y="2388"/>
                      <a:pt x="4273" y="3246"/>
                    </a:cubicBezTo>
                    <a:lnTo>
                      <a:pt x="4974" y="1953"/>
                    </a:lnTo>
                    <a:cubicBezTo>
                      <a:pt x="3504" y="1143"/>
                      <a:pt x="1953" y="490"/>
                      <a:pt x="354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86"/>
              <p:cNvSpPr/>
              <p:nvPr/>
            </p:nvSpPr>
            <p:spPr>
              <a:xfrm>
                <a:off x="7813947" y="1885697"/>
                <a:ext cx="229854" cy="231771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2176" extrusionOk="0">
                    <a:moveTo>
                      <a:pt x="2060" y="1"/>
                    </a:moveTo>
                    <a:cubicBezTo>
                      <a:pt x="1984" y="1"/>
                      <a:pt x="1838" y="114"/>
                      <a:pt x="1586" y="304"/>
                    </a:cubicBezTo>
                    <a:cubicBezTo>
                      <a:pt x="1293" y="535"/>
                      <a:pt x="946" y="712"/>
                      <a:pt x="865" y="767"/>
                    </a:cubicBezTo>
                    <a:cubicBezTo>
                      <a:pt x="790" y="821"/>
                      <a:pt x="586" y="1052"/>
                      <a:pt x="429" y="1216"/>
                    </a:cubicBezTo>
                    <a:cubicBezTo>
                      <a:pt x="300" y="1338"/>
                      <a:pt x="150" y="1454"/>
                      <a:pt x="1" y="1549"/>
                    </a:cubicBezTo>
                    <a:lnTo>
                      <a:pt x="246" y="2175"/>
                    </a:lnTo>
                    <a:cubicBezTo>
                      <a:pt x="388" y="2100"/>
                      <a:pt x="579" y="2087"/>
                      <a:pt x="769" y="1985"/>
                    </a:cubicBezTo>
                    <a:cubicBezTo>
                      <a:pt x="960" y="1889"/>
                      <a:pt x="1008" y="1828"/>
                      <a:pt x="1212" y="1604"/>
                    </a:cubicBezTo>
                    <a:cubicBezTo>
                      <a:pt x="1423" y="1372"/>
                      <a:pt x="1484" y="1182"/>
                      <a:pt x="1586" y="1046"/>
                    </a:cubicBezTo>
                    <a:cubicBezTo>
                      <a:pt x="1695" y="910"/>
                      <a:pt x="1797" y="774"/>
                      <a:pt x="1892" y="631"/>
                    </a:cubicBezTo>
                    <a:cubicBezTo>
                      <a:pt x="1912" y="576"/>
                      <a:pt x="1926" y="515"/>
                      <a:pt x="1926" y="461"/>
                    </a:cubicBezTo>
                    <a:cubicBezTo>
                      <a:pt x="2157" y="236"/>
                      <a:pt x="2144" y="32"/>
                      <a:pt x="2082" y="5"/>
                    </a:cubicBezTo>
                    <a:cubicBezTo>
                      <a:pt x="2076" y="2"/>
                      <a:pt x="2069" y="1"/>
                      <a:pt x="20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86"/>
              <p:cNvSpPr/>
              <p:nvPr/>
            </p:nvSpPr>
            <p:spPr>
              <a:xfrm>
                <a:off x="7958910" y="1926704"/>
                <a:ext cx="64653" cy="51552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84" extrusionOk="0">
                    <a:moveTo>
                      <a:pt x="490" y="1"/>
                    </a:moveTo>
                    <a:cubicBezTo>
                      <a:pt x="443" y="1"/>
                      <a:pt x="402" y="35"/>
                      <a:pt x="347" y="96"/>
                    </a:cubicBezTo>
                    <a:cubicBezTo>
                      <a:pt x="279" y="157"/>
                      <a:pt x="28" y="423"/>
                      <a:pt x="14" y="436"/>
                    </a:cubicBezTo>
                    <a:cubicBezTo>
                      <a:pt x="0" y="443"/>
                      <a:pt x="0" y="463"/>
                      <a:pt x="14" y="477"/>
                    </a:cubicBezTo>
                    <a:cubicBezTo>
                      <a:pt x="21" y="484"/>
                      <a:pt x="28" y="484"/>
                      <a:pt x="34" y="484"/>
                    </a:cubicBezTo>
                    <a:cubicBezTo>
                      <a:pt x="41" y="484"/>
                      <a:pt x="55" y="484"/>
                      <a:pt x="62" y="477"/>
                    </a:cubicBezTo>
                    <a:cubicBezTo>
                      <a:pt x="62" y="477"/>
                      <a:pt x="320" y="205"/>
                      <a:pt x="388" y="137"/>
                    </a:cubicBezTo>
                    <a:cubicBezTo>
                      <a:pt x="429" y="96"/>
                      <a:pt x="463" y="62"/>
                      <a:pt x="490" y="62"/>
                    </a:cubicBezTo>
                    <a:cubicBezTo>
                      <a:pt x="504" y="62"/>
                      <a:pt x="517" y="76"/>
                      <a:pt x="545" y="96"/>
                    </a:cubicBezTo>
                    <a:cubicBezTo>
                      <a:pt x="551" y="102"/>
                      <a:pt x="558" y="105"/>
                      <a:pt x="565" y="105"/>
                    </a:cubicBezTo>
                    <a:cubicBezTo>
                      <a:pt x="587" y="105"/>
                      <a:pt x="606" y="76"/>
                      <a:pt x="585" y="55"/>
                    </a:cubicBezTo>
                    <a:cubicBezTo>
                      <a:pt x="558" y="28"/>
                      <a:pt x="524" y="8"/>
                      <a:pt x="4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86"/>
              <p:cNvSpPr/>
              <p:nvPr/>
            </p:nvSpPr>
            <p:spPr>
              <a:xfrm>
                <a:off x="7941549" y="1883034"/>
                <a:ext cx="93624" cy="822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72" extrusionOk="0">
                    <a:moveTo>
                      <a:pt x="828" y="0"/>
                    </a:moveTo>
                    <a:cubicBezTo>
                      <a:pt x="821" y="0"/>
                      <a:pt x="814" y="3"/>
                      <a:pt x="810" y="9"/>
                    </a:cubicBezTo>
                    <a:cubicBezTo>
                      <a:pt x="728" y="118"/>
                      <a:pt x="633" y="213"/>
                      <a:pt x="537" y="309"/>
                    </a:cubicBezTo>
                    <a:cubicBezTo>
                      <a:pt x="408" y="431"/>
                      <a:pt x="20" y="717"/>
                      <a:pt x="20" y="717"/>
                    </a:cubicBezTo>
                    <a:cubicBezTo>
                      <a:pt x="0" y="737"/>
                      <a:pt x="7" y="771"/>
                      <a:pt x="41" y="771"/>
                    </a:cubicBezTo>
                    <a:cubicBezTo>
                      <a:pt x="48" y="771"/>
                      <a:pt x="48" y="771"/>
                      <a:pt x="54" y="764"/>
                    </a:cubicBezTo>
                    <a:cubicBezTo>
                      <a:pt x="75" y="758"/>
                      <a:pt x="449" y="472"/>
                      <a:pt x="578" y="356"/>
                    </a:cubicBezTo>
                    <a:cubicBezTo>
                      <a:pt x="674" y="261"/>
                      <a:pt x="769" y="152"/>
                      <a:pt x="857" y="50"/>
                    </a:cubicBezTo>
                    <a:cubicBezTo>
                      <a:pt x="878" y="29"/>
                      <a:pt x="851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86"/>
              <p:cNvSpPr/>
              <p:nvPr/>
            </p:nvSpPr>
            <p:spPr>
              <a:xfrm>
                <a:off x="7626272" y="1903378"/>
                <a:ext cx="219629" cy="250304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350" extrusionOk="0">
                    <a:moveTo>
                      <a:pt x="114" y="1"/>
                    </a:moveTo>
                    <a:cubicBezTo>
                      <a:pt x="110" y="1"/>
                      <a:pt x="106" y="1"/>
                      <a:pt x="103" y="2"/>
                    </a:cubicBezTo>
                    <a:cubicBezTo>
                      <a:pt x="34" y="22"/>
                      <a:pt x="0" y="227"/>
                      <a:pt x="218" y="471"/>
                    </a:cubicBezTo>
                    <a:cubicBezTo>
                      <a:pt x="205" y="526"/>
                      <a:pt x="211" y="587"/>
                      <a:pt x="232" y="642"/>
                    </a:cubicBezTo>
                    <a:cubicBezTo>
                      <a:pt x="307" y="798"/>
                      <a:pt x="395" y="948"/>
                      <a:pt x="490" y="1091"/>
                    </a:cubicBezTo>
                    <a:cubicBezTo>
                      <a:pt x="579" y="1233"/>
                      <a:pt x="674" y="1478"/>
                      <a:pt x="858" y="1723"/>
                    </a:cubicBezTo>
                    <a:cubicBezTo>
                      <a:pt x="1041" y="1968"/>
                      <a:pt x="1035" y="1995"/>
                      <a:pt x="1211" y="2111"/>
                    </a:cubicBezTo>
                    <a:cubicBezTo>
                      <a:pt x="1382" y="2227"/>
                      <a:pt x="1579" y="2261"/>
                      <a:pt x="1708" y="2349"/>
                    </a:cubicBezTo>
                    <a:lnTo>
                      <a:pt x="2062" y="1723"/>
                    </a:lnTo>
                    <a:cubicBezTo>
                      <a:pt x="1899" y="1628"/>
                      <a:pt x="1749" y="1512"/>
                      <a:pt x="1627" y="1370"/>
                    </a:cubicBezTo>
                    <a:cubicBezTo>
                      <a:pt x="1490" y="1199"/>
                      <a:pt x="1307" y="948"/>
                      <a:pt x="1239" y="886"/>
                    </a:cubicBezTo>
                    <a:cubicBezTo>
                      <a:pt x="1001" y="716"/>
                      <a:pt x="776" y="539"/>
                      <a:pt x="565" y="349"/>
                    </a:cubicBezTo>
                    <a:cubicBezTo>
                      <a:pt x="320" y="123"/>
                      <a:pt x="191" y="1"/>
                      <a:pt x="114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86"/>
              <p:cNvSpPr/>
              <p:nvPr/>
            </p:nvSpPr>
            <p:spPr>
              <a:xfrm>
                <a:off x="7645125" y="1946303"/>
                <a:ext cx="58795" cy="5666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32" extrusionOk="0">
                    <a:moveTo>
                      <a:pt x="116" y="0"/>
                    </a:moveTo>
                    <a:cubicBezTo>
                      <a:pt x="75" y="0"/>
                      <a:pt x="41" y="14"/>
                      <a:pt x="14" y="41"/>
                    </a:cubicBezTo>
                    <a:cubicBezTo>
                      <a:pt x="0" y="55"/>
                      <a:pt x="0" y="75"/>
                      <a:pt x="14" y="89"/>
                    </a:cubicBezTo>
                    <a:cubicBezTo>
                      <a:pt x="21" y="92"/>
                      <a:pt x="29" y="94"/>
                      <a:pt x="37" y="94"/>
                    </a:cubicBezTo>
                    <a:cubicBezTo>
                      <a:pt x="45" y="94"/>
                      <a:pt x="51" y="92"/>
                      <a:pt x="55" y="89"/>
                    </a:cubicBezTo>
                    <a:cubicBezTo>
                      <a:pt x="75" y="68"/>
                      <a:pt x="96" y="62"/>
                      <a:pt x="116" y="62"/>
                    </a:cubicBezTo>
                    <a:cubicBezTo>
                      <a:pt x="136" y="62"/>
                      <a:pt x="170" y="96"/>
                      <a:pt x="204" y="143"/>
                    </a:cubicBezTo>
                    <a:cubicBezTo>
                      <a:pt x="266" y="218"/>
                      <a:pt x="504" y="517"/>
                      <a:pt x="504" y="517"/>
                    </a:cubicBezTo>
                    <a:cubicBezTo>
                      <a:pt x="504" y="524"/>
                      <a:pt x="517" y="531"/>
                      <a:pt x="524" y="531"/>
                    </a:cubicBezTo>
                    <a:cubicBezTo>
                      <a:pt x="531" y="531"/>
                      <a:pt x="531" y="524"/>
                      <a:pt x="538" y="524"/>
                    </a:cubicBezTo>
                    <a:cubicBezTo>
                      <a:pt x="551" y="517"/>
                      <a:pt x="551" y="497"/>
                      <a:pt x="545" y="483"/>
                    </a:cubicBezTo>
                    <a:cubicBezTo>
                      <a:pt x="531" y="470"/>
                      <a:pt x="313" y="184"/>
                      <a:pt x="245" y="109"/>
                    </a:cubicBezTo>
                    <a:cubicBezTo>
                      <a:pt x="198" y="48"/>
                      <a:pt x="164" y="7"/>
                      <a:pt x="1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86"/>
              <p:cNvSpPr/>
              <p:nvPr/>
            </p:nvSpPr>
            <p:spPr>
              <a:xfrm>
                <a:off x="7637988" y="1901355"/>
                <a:ext cx="84784" cy="90749"/>
              </a:xfrm>
              <a:custGeom>
                <a:avLst/>
                <a:gdLst/>
                <a:ahLst/>
                <a:cxnLst/>
                <a:rect l="l" t="t" r="r" b="b"/>
                <a:pathLst>
                  <a:path w="796" h="852" extrusionOk="0">
                    <a:moveTo>
                      <a:pt x="44" y="0"/>
                    </a:moveTo>
                    <a:cubicBezTo>
                      <a:pt x="22" y="0"/>
                      <a:pt x="0" y="24"/>
                      <a:pt x="20" y="48"/>
                    </a:cubicBezTo>
                    <a:cubicBezTo>
                      <a:pt x="95" y="164"/>
                      <a:pt x="176" y="273"/>
                      <a:pt x="265" y="382"/>
                    </a:cubicBezTo>
                    <a:cubicBezTo>
                      <a:pt x="380" y="511"/>
                      <a:pt x="727" y="831"/>
                      <a:pt x="741" y="844"/>
                    </a:cubicBezTo>
                    <a:cubicBezTo>
                      <a:pt x="748" y="851"/>
                      <a:pt x="755" y="851"/>
                      <a:pt x="761" y="851"/>
                    </a:cubicBezTo>
                    <a:cubicBezTo>
                      <a:pt x="775" y="851"/>
                      <a:pt x="782" y="844"/>
                      <a:pt x="782" y="844"/>
                    </a:cubicBezTo>
                    <a:cubicBezTo>
                      <a:pt x="795" y="831"/>
                      <a:pt x="795" y="810"/>
                      <a:pt x="782" y="797"/>
                    </a:cubicBezTo>
                    <a:cubicBezTo>
                      <a:pt x="782" y="797"/>
                      <a:pt x="428" y="470"/>
                      <a:pt x="312" y="341"/>
                    </a:cubicBezTo>
                    <a:cubicBezTo>
                      <a:pt x="224" y="239"/>
                      <a:pt x="142" y="130"/>
                      <a:pt x="67" y="14"/>
                    </a:cubicBezTo>
                    <a:cubicBezTo>
                      <a:pt x="61" y="4"/>
                      <a:pt x="52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86"/>
              <p:cNvSpPr/>
              <p:nvPr/>
            </p:nvSpPr>
            <p:spPr>
              <a:xfrm>
                <a:off x="7725648" y="2098509"/>
                <a:ext cx="81908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769" h="525" extrusionOk="0">
                    <a:moveTo>
                      <a:pt x="43" y="1"/>
                    </a:moveTo>
                    <a:cubicBezTo>
                      <a:pt x="20" y="1"/>
                      <a:pt x="0" y="28"/>
                      <a:pt x="20" y="48"/>
                    </a:cubicBezTo>
                    <a:cubicBezTo>
                      <a:pt x="115" y="163"/>
                      <a:pt x="238" y="252"/>
                      <a:pt x="374" y="306"/>
                    </a:cubicBezTo>
                    <a:cubicBezTo>
                      <a:pt x="503" y="354"/>
                      <a:pt x="619" y="422"/>
                      <a:pt x="714" y="517"/>
                    </a:cubicBezTo>
                    <a:cubicBezTo>
                      <a:pt x="721" y="517"/>
                      <a:pt x="728" y="524"/>
                      <a:pt x="734" y="524"/>
                    </a:cubicBezTo>
                    <a:cubicBezTo>
                      <a:pt x="748" y="524"/>
                      <a:pt x="755" y="524"/>
                      <a:pt x="762" y="517"/>
                    </a:cubicBezTo>
                    <a:cubicBezTo>
                      <a:pt x="768" y="504"/>
                      <a:pt x="768" y="483"/>
                      <a:pt x="762" y="476"/>
                    </a:cubicBezTo>
                    <a:cubicBezTo>
                      <a:pt x="653" y="374"/>
                      <a:pt x="530" y="300"/>
                      <a:pt x="394" y="252"/>
                    </a:cubicBezTo>
                    <a:cubicBezTo>
                      <a:pt x="265" y="197"/>
                      <a:pt x="149" y="116"/>
                      <a:pt x="68" y="14"/>
                    </a:cubicBezTo>
                    <a:cubicBezTo>
                      <a:pt x="60" y="5"/>
                      <a:pt x="51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86"/>
              <p:cNvSpPr/>
              <p:nvPr/>
            </p:nvSpPr>
            <p:spPr>
              <a:xfrm>
                <a:off x="7861025" y="2712447"/>
                <a:ext cx="282045" cy="8755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822" extrusionOk="0">
                    <a:moveTo>
                      <a:pt x="38" y="0"/>
                    </a:moveTo>
                    <a:cubicBezTo>
                      <a:pt x="24" y="0"/>
                      <a:pt x="13" y="11"/>
                      <a:pt x="8" y="26"/>
                    </a:cubicBezTo>
                    <a:cubicBezTo>
                      <a:pt x="1" y="46"/>
                      <a:pt x="8" y="67"/>
                      <a:pt x="28" y="74"/>
                    </a:cubicBezTo>
                    <a:cubicBezTo>
                      <a:pt x="42" y="80"/>
                      <a:pt x="1559" y="666"/>
                      <a:pt x="2600" y="822"/>
                    </a:cubicBezTo>
                    <a:lnTo>
                      <a:pt x="2607" y="822"/>
                    </a:lnTo>
                    <a:cubicBezTo>
                      <a:pt x="2627" y="822"/>
                      <a:pt x="2641" y="808"/>
                      <a:pt x="2647" y="788"/>
                    </a:cubicBezTo>
                    <a:cubicBezTo>
                      <a:pt x="2647" y="768"/>
                      <a:pt x="2634" y="747"/>
                      <a:pt x="2613" y="747"/>
                    </a:cubicBezTo>
                    <a:cubicBezTo>
                      <a:pt x="1579" y="591"/>
                      <a:pt x="69" y="6"/>
                      <a:pt x="55" y="6"/>
                    </a:cubicBezTo>
                    <a:cubicBezTo>
                      <a:pt x="50" y="2"/>
                      <a:pt x="44" y="0"/>
                      <a:pt x="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86"/>
              <p:cNvSpPr/>
              <p:nvPr/>
            </p:nvSpPr>
            <p:spPr>
              <a:xfrm>
                <a:off x="7820444" y="2604763"/>
                <a:ext cx="127708" cy="97459"/>
              </a:xfrm>
              <a:custGeom>
                <a:avLst/>
                <a:gdLst/>
                <a:ahLst/>
                <a:cxnLst/>
                <a:rect l="l" t="t" r="r" b="b"/>
                <a:pathLst>
                  <a:path w="1199" h="915" extrusionOk="0">
                    <a:moveTo>
                      <a:pt x="45" y="0"/>
                    </a:moveTo>
                    <a:cubicBezTo>
                      <a:pt x="34" y="0"/>
                      <a:pt x="22" y="5"/>
                      <a:pt x="14" y="16"/>
                    </a:cubicBezTo>
                    <a:cubicBezTo>
                      <a:pt x="1" y="30"/>
                      <a:pt x="8" y="57"/>
                      <a:pt x="21" y="71"/>
                    </a:cubicBezTo>
                    <a:cubicBezTo>
                      <a:pt x="28" y="78"/>
                      <a:pt x="797" y="683"/>
                      <a:pt x="1130" y="908"/>
                    </a:cubicBezTo>
                    <a:cubicBezTo>
                      <a:pt x="1137" y="908"/>
                      <a:pt x="1144" y="915"/>
                      <a:pt x="1157" y="915"/>
                    </a:cubicBezTo>
                    <a:cubicBezTo>
                      <a:pt x="1171" y="915"/>
                      <a:pt x="1178" y="908"/>
                      <a:pt x="1191" y="894"/>
                    </a:cubicBezTo>
                    <a:cubicBezTo>
                      <a:pt x="1198" y="874"/>
                      <a:pt x="1198" y="853"/>
                      <a:pt x="1178" y="840"/>
                    </a:cubicBezTo>
                    <a:cubicBezTo>
                      <a:pt x="844" y="615"/>
                      <a:pt x="82" y="16"/>
                      <a:pt x="69" y="10"/>
                    </a:cubicBezTo>
                    <a:cubicBezTo>
                      <a:pt x="63" y="4"/>
                      <a:pt x="54" y="0"/>
                      <a:pt x="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86"/>
              <p:cNvSpPr/>
              <p:nvPr/>
            </p:nvSpPr>
            <p:spPr>
              <a:xfrm>
                <a:off x="7527748" y="2135256"/>
                <a:ext cx="21835" cy="7924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744" extrusionOk="0">
                    <a:moveTo>
                      <a:pt x="160" y="0"/>
                    </a:moveTo>
                    <a:cubicBezTo>
                      <a:pt x="143" y="0"/>
                      <a:pt x="128" y="14"/>
                      <a:pt x="123" y="36"/>
                    </a:cubicBezTo>
                    <a:lnTo>
                      <a:pt x="7" y="696"/>
                    </a:lnTo>
                    <a:cubicBezTo>
                      <a:pt x="0" y="717"/>
                      <a:pt x="14" y="737"/>
                      <a:pt x="34" y="744"/>
                    </a:cubicBezTo>
                    <a:lnTo>
                      <a:pt x="41" y="744"/>
                    </a:lnTo>
                    <a:cubicBezTo>
                      <a:pt x="61" y="744"/>
                      <a:pt x="75" y="730"/>
                      <a:pt x="82" y="710"/>
                    </a:cubicBezTo>
                    <a:lnTo>
                      <a:pt x="204" y="50"/>
                    </a:lnTo>
                    <a:cubicBezTo>
                      <a:pt x="204" y="23"/>
                      <a:pt x="191" y="9"/>
                      <a:pt x="170" y="2"/>
                    </a:cubicBezTo>
                    <a:cubicBezTo>
                      <a:pt x="167" y="1"/>
                      <a:pt x="163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86"/>
              <p:cNvSpPr/>
              <p:nvPr/>
            </p:nvSpPr>
            <p:spPr>
              <a:xfrm>
                <a:off x="8106004" y="2114912"/>
                <a:ext cx="33445" cy="81482"/>
              </a:xfrm>
              <a:custGeom>
                <a:avLst/>
                <a:gdLst/>
                <a:ahLst/>
                <a:cxnLst/>
                <a:rect l="l" t="t" r="r" b="b"/>
                <a:pathLst>
                  <a:path w="314" h="765" extrusionOk="0">
                    <a:moveTo>
                      <a:pt x="44" y="0"/>
                    </a:moveTo>
                    <a:cubicBezTo>
                      <a:pt x="38" y="0"/>
                      <a:pt x="33" y="1"/>
                      <a:pt x="28" y="3"/>
                    </a:cubicBezTo>
                    <a:cubicBezTo>
                      <a:pt x="7" y="9"/>
                      <a:pt x="0" y="30"/>
                      <a:pt x="7" y="50"/>
                    </a:cubicBezTo>
                    <a:lnTo>
                      <a:pt x="232" y="737"/>
                    </a:lnTo>
                    <a:cubicBezTo>
                      <a:pt x="239" y="751"/>
                      <a:pt x="252" y="765"/>
                      <a:pt x="273" y="765"/>
                    </a:cubicBezTo>
                    <a:lnTo>
                      <a:pt x="286" y="765"/>
                    </a:lnTo>
                    <a:cubicBezTo>
                      <a:pt x="307" y="751"/>
                      <a:pt x="313" y="731"/>
                      <a:pt x="307" y="710"/>
                    </a:cubicBezTo>
                    <a:lnTo>
                      <a:pt x="82" y="23"/>
                    </a:lnTo>
                    <a:cubicBezTo>
                      <a:pt x="77" y="8"/>
                      <a:pt x="6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3" name="Google Shape;1243;p86"/>
            <p:cNvGrpSpPr/>
            <p:nvPr/>
          </p:nvGrpSpPr>
          <p:grpSpPr>
            <a:xfrm>
              <a:off x="5917721" y="760073"/>
              <a:ext cx="1267499" cy="3623342"/>
              <a:chOff x="6102291" y="760073"/>
              <a:chExt cx="1267499" cy="3623342"/>
            </a:xfrm>
          </p:grpSpPr>
          <p:sp>
            <p:nvSpPr>
              <p:cNvPr id="1244" name="Google Shape;1244;p86"/>
              <p:cNvSpPr/>
              <p:nvPr/>
            </p:nvSpPr>
            <p:spPr>
              <a:xfrm>
                <a:off x="6554437" y="4327496"/>
                <a:ext cx="386427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525" extrusionOk="0">
                    <a:moveTo>
                      <a:pt x="1" y="1"/>
                    </a:moveTo>
                    <a:lnTo>
                      <a:pt x="1" y="525"/>
                    </a:lnTo>
                    <a:lnTo>
                      <a:pt x="3627" y="525"/>
                    </a:lnTo>
                    <a:lnTo>
                      <a:pt x="36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86"/>
              <p:cNvSpPr/>
              <p:nvPr/>
            </p:nvSpPr>
            <p:spPr>
              <a:xfrm>
                <a:off x="6713140" y="1075244"/>
                <a:ext cx="69020" cy="330817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31059" extrusionOk="0">
                    <a:moveTo>
                      <a:pt x="1" y="1"/>
                    </a:moveTo>
                    <a:lnTo>
                      <a:pt x="1" y="31059"/>
                    </a:lnTo>
                    <a:lnTo>
                      <a:pt x="647" y="31059"/>
                    </a:lnTo>
                    <a:lnTo>
                      <a:pt x="64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86"/>
              <p:cNvSpPr/>
              <p:nvPr/>
            </p:nvSpPr>
            <p:spPr>
              <a:xfrm>
                <a:off x="6713140" y="1748509"/>
                <a:ext cx="69020" cy="22474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110" extrusionOk="0">
                    <a:moveTo>
                      <a:pt x="1" y="0"/>
                    </a:moveTo>
                    <a:lnTo>
                      <a:pt x="1" y="2109"/>
                    </a:lnTo>
                    <a:lnTo>
                      <a:pt x="647" y="2109"/>
                    </a:ln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86"/>
              <p:cNvSpPr/>
              <p:nvPr/>
            </p:nvSpPr>
            <p:spPr>
              <a:xfrm>
                <a:off x="6102291" y="760073"/>
                <a:ext cx="1267499" cy="1097931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0308" extrusionOk="0">
                    <a:moveTo>
                      <a:pt x="2974" y="0"/>
                    </a:moveTo>
                    <a:lnTo>
                      <a:pt x="1" y="5150"/>
                    </a:lnTo>
                    <a:lnTo>
                      <a:pt x="2974" y="10307"/>
                    </a:lnTo>
                    <a:lnTo>
                      <a:pt x="8927" y="10307"/>
                    </a:lnTo>
                    <a:lnTo>
                      <a:pt x="11900" y="5150"/>
                    </a:lnTo>
                    <a:lnTo>
                      <a:pt x="89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86"/>
              <p:cNvSpPr/>
              <p:nvPr/>
            </p:nvSpPr>
            <p:spPr>
              <a:xfrm>
                <a:off x="6137760" y="790429"/>
                <a:ext cx="1196561" cy="1036367"/>
              </a:xfrm>
              <a:custGeom>
                <a:avLst/>
                <a:gdLst/>
                <a:ahLst/>
                <a:cxnLst/>
                <a:rect l="l" t="t" r="r" b="b"/>
                <a:pathLst>
                  <a:path w="11234" h="9730" extrusionOk="0">
                    <a:moveTo>
                      <a:pt x="8294" y="232"/>
                    </a:moveTo>
                    <a:lnTo>
                      <a:pt x="10975" y="4865"/>
                    </a:lnTo>
                    <a:lnTo>
                      <a:pt x="8294" y="9499"/>
                    </a:lnTo>
                    <a:lnTo>
                      <a:pt x="2940" y="9499"/>
                    </a:lnTo>
                    <a:lnTo>
                      <a:pt x="266" y="4865"/>
                    </a:lnTo>
                    <a:lnTo>
                      <a:pt x="2940" y="232"/>
                    </a:lnTo>
                    <a:close/>
                    <a:moveTo>
                      <a:pt x="2811" y="1"/>
                    </a:moveTo>
                    <a:lnTo>
                      <a:pt x="1" y="4865"/>
                    </a:lnTo>
                    <a:lnTo>
                      <a:pt x="2811" y="9730"/>
                    </a:lnTo>
                    <a:lnTo>
                      <a:pt x="8424" y="9730"/>
                    </a:lnTo>
                    <a:lnTo>
                      <a:pt x="11234" y="4865"/>
                    </a:lnTo>
                    <a:lnTo>
                      <a:pt x="84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86"/>
              <p:cNvSpPr/>
              <p:nvPr/>
            </p:nvSpPr>
            <p:spPr>
              <a:xfrm>
                <a:off x="6305197" y="1162690"/>
                <a:ext cx="165307" cy="264151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2480" extrusionOk="0">
                    <a:moveTo>
                      <a:pt x="754" y="1"/>
                    </a:moveTo>
                    <a:cubicBezTo>
                      <a:pt x="569" y="1"/>
                      <a:pt x="387" y="62"/>
                      <a:pt x="239" y="173"/>
                    </a:cubicBezTo>
                    <a:cubicBezTo>
                      <a:pt x="89" y="289"/>
                      <a:pt x="14" y="465"/>
                      <a:pt x="21" y="642"/>
                    </a:cubicBezTo>
                    <a:cubicBezTo>
                      <a:pt x="14" y="792"/>
                      <a:pt x="62" y="942"/>
                      <a:pt x="157" y="1057"/>
                    </a:cubicBezTo>
                    <a:cubicBezTo>
                      <a:pt x="286" y="1200"/>
                      <a:pt x="443" y="1302"/>
                      <a:pt x="620" y="1363"/>
                    </a:cubicBezTo>
                    <a:cubicBezTo>
                      <a:pt x="776" y="1418"/>
                      <a:pt x="919" y="1493"/>
                      <a:pt x="1048" y="1588"/>
                    </a:cubicBezTo>
                    <a:cubicBezTo>
                      <a:pt x="1116" y="1642"/>
                      <a:pt x="1150" y="1731"/>
                      <a:pt x="1150" y="1819"/>
                    </a:cubicBezTo>
                    <a:cubicBezTo>
                      <a:pt x="1157" y="1908"/>
                      <a:pt x="1116" y="2003"/>
                      <a:pt x="1041" y="2057"/>
                    </a:cubicBezTo>
                    <a:cubicBezTo>
                      <a:pt x="950" y="2119"/>
                      <a:pt x="841" y="2147"/>
                      <a:pt x="731" y="2147"/>
                    </a:cubicBezTo>
                    <a:cubicBezTo>
                      <a:pt x="719" y="2147"/>
                      <a:pt x="707" y="2147"/>
                      <a:pt x="695" y="2146"/>
                    </a:cubicBezTo>
                    <a:cubicBezTo>
                      <a:pt x="579" y="2146"/>
                      <a:pt x="463" y="2125"/>
                      <a:pt x="348" y="2098"/>
                    </a:cubicBezTo>
                    <a:cubicBezTo>
                      <a:pt x="225" y="2071"/>
                      <a:pt x="109" y="2030"/>
                      <a:pt x="1" y="1976"/>
                    </a:cubicBezTo>
                    <a:lnTo>
                      <a:pt x="1" y="2350"/>
                    </a:lnTo>
                    <a:cubicBezTo>
                      <a:pt x="196" y="2438"/>
                      <a:pt x="404" y="2480"/>
                      <a:pt x="618" y="2480"/>
                    </a:cubicBezTo>
                    <a:cubicBezTo>
                      <a:pt x="634" y="2480"/>
                      <a:pt x="651" y="2480"/>
                      <a:pt x="667" y="2479"/>
                    </a:cubicBezTo>
                    <a:cubicBezTo>
                      <a:pt x="939" y="2479"/>
                      <a:pt x="1157" y="2418"/>
                      <a:pt x="1314" y="2296"/>
                    </a:cubicBezTo>
                    <a:cubicBezTo>
                      <a:pt x="1463" y="2173"/>
                      <a:pt x="1552" y="1983"/>
                      <a:pt x="1545" y="1792"/>
                    </a:cubicBezTo>
                    <a:cubicBezTo>
                      <a:pt x="1545" y="1690"/>
                      <a:pt x="1525" y="1595"/>
                      <a:pt x="1491" y="1506"/>
                    </a:cubicBezTo>
                    <a:cubicBezTo>
                      <a:pt x="1443" y="1425"/>
                      <a:pt x="1382" y="1350"/>
                      <a:pt x="1307" y="1289"/>
                    </a:cubicBezTo>
                    <a:cubicBezTo>
                      <a:pt x="1184" y="1207"/>
                      <a:pt x="1055" y="1139"/>
                      <a:pt x="919" y="1085"/>
                    </a:cubicBezTo>
                    <a:cubicBezTo>
                      <a:pt x="803" y="1044"/>
                      <a:pt x="695" y="989"/>
                      <a:pt x="592" y="928"/>
                    </a:cubicBezTo>
                    <a:cubicBezTo>
                      <a:pt x="538" y="894"/>
                      <a:pt x="497" y="853"/>
                      <a:pt x="463" y="799"/>
                    </a:cubicBezTo>
                    <a:cubicBezTo>
                      <a:pt x="436" y="751"/>
                      <a:pt x="422" y="697"/>
                      <a:pt x="422" y="642"/>
                    </a:cubicBezTo>
                    <a:cubicBezTo>
                      <a:pt x="416" y="554"/>
                      <a:pt x="456" y="472"/>
                      <a:pt x="518" y="418"/>
                    </a:cubicBezTo>
                    <a:cubicBezTo>
                      <a:pt x="597" y="363"/>
                      <a:pt x="688" y="335"/>
                      <a:pt x="780" y="335"/>
                    </a:cubicBezTo>
                    <a:cubicBezTo>
                      <a:pt x="790" y="335"/>
                      <a:pt x="800" y="335"/>
                      <a:pt x="810" y="336"/>
                    </a:cubicBezTo>
                    <a:cubicBezTo>
                      <a:pt x="1007" y="343"/>
                      <a:pt x="1205" y="391"/>
                      <a:pt x="1382" y="472"/>
                    </a:cubicBezTo>
                    <a:lnTo>
                      <a:pt x="1504" y="152"/>
                    </a:lnTo>
                    <a:cubicBezTo>
                      <a:pt x="1286" y="57"/>
                      <a:pt x="1048" y="3"/>
                      <a:pt x="810" y="3"/>
                    </a:cubicBezTo>
                    <a:cubicBezTo>
                      <a:pt x="791" y="2"/>
                      <a:pt x="773" y="1"/>
                      <a:pt x="7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86"/>
              <p:cNvSpPr/>
              <p:nvPr/>
            </p:nvSpPr>
            <p:spPr>
              <a:xfrm>
                <a:off x="6490742" y="1165779"/>
                <a:ext cx="192788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2417" extrusionOk="0">
                    <a:moveTo>
                      <a:pt x="0" y="1"/>
                    </a:moveTo>
                    <a:lnTo>
                      <a:pt x="0" y="341"/>
                    </a:lnTo>
                    <a:lnTo>
                      <a:pt x="708" y="341"/>
                    </a:lnTo>
                    <a:lnTo>
                      <a:pt x="708" y="2416"/>
                    </a:lnTo>
                    <a:lnTo>
                      <a:pt x="1102" y="2416"/>
                    </a:lnTo>
                    <a:lnTo>
                      <a:pt x="1102" y="341"/>
                    </a:lnTo>
                    <a:lnTo>
                      <a:pt x="1810" y="341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86"/>
              <p:cNvSpPr/>
              <p:nvPr/>
            </p:nvSpPr>
            <p:spPr>
              <a:xfrm>
                <a:off x="6710264" y="1162158"/>
                <a:ext cx="241464" cy="264684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2485" extrusionOk="0">
                    <a:moveTo>
                      <a:pt x="1093" y="333"/>
                    </a:moveTo>
                    <a:cubicBezTo>
                      <a:pt x="1108" y="333"/>
                      <a:pt x="1122" y="333"/>
                      <a:pt x="1137" y="334"/>
                    </a:cubicBezTo>
                    <a:cubicBezTo>
                      <a:pt x="1151" y="333"/>
                      <a:pt x="1164" y="333"/>
                      <a:pt x="1178" y="333"/>
                    </a:cubicBezTo>
                    <a:cubicBezTo>
                      <a:pt x="1367" y="333"/>
                      <a:pt x="1547" y="420"/>
                      <a:pt x="1668" y="566"/>
                    </a:cubicBezTo>
                    <a:cubicBezTo>
                      <a:pt x="1783" y="709"/>
                      <a:pt x="1845" y="933"/>
                      <a:pt x="1845" y="1239"/>
                    </a:cubicBezTo>
                    <a:cubicBezTo>
                      <a:pt x="1845" y="1539"/>
                      <a:pt x="1783" y="1770"/>
                      <a:pt x="1668" y="1920"/>
                    </a:cubicBezTo>
                    <a:cubicBezTo>
                      <a:pt x="1521" y="2073"/>
                      <a:pt x="1327" y="2149"/>
                      <a:pt x="1134" y="2149"/>
                    </a:cubicBezTo>
                    <a:cubicBezTo>
                      <a:pt x="940" y="2149"/>
                      <a:pt x="746" y="2073"/>
                      <a:pt x="599" y="1920"/>
                    </a:cubicBezTo>
                    <a:cubicBezTo>
                      <a:pt x="477" y="1763"/>
                      <a:pt x="423" y="1539"/>
                      <a:pt x="423" y="1246"/>
                    </a:cubicBezTo>
                    <a:cubicBezTo>
                      <a:pt x="423" y="947"/>
                      <a:pt x="484" y="722"/>
                      <a:pt x="599" y="566"/>
                    </a:cubicBezTo>
                    <a:cubicBezTo>
                      <a:pt x="726" y="414"/>
                      <a:pt x="905" y="333"/>
                      <a:pt x="1093" y="333"/>
                    </a:cubicBezTo>
                    <a:close/>
                    <a:moveTo>
                      <a:pt x="1137" y="1"/>
                    </a:moveTo>
                    <a:cubicBezTo>
                      <a:pt x="776" y="1"/>
                      <a:pt x="491" y="110"/>
                      <a:pt x="293" y="321"/>
                    </a:cubicBezTo>
                    <a:cubicBezTo>
                      <a:pt x="96" y="538"/>
                      <a:pt x="1" y="845"/>
                      <a:pt x="1" y="1239"/>
                    </a:cubicBezTo>
                    <a:cubicBezTo>
                      <a:pt x="1" y="1641"/>
                      <a:pt x="96" y="1947"/>
                      <a:pt x="293" y="2164"/>
                    </a:cubicBezTo>
                    <a:cubicBezTo>
                      <a:pt x="491" y="2375"/>
                      <a:pt x="770" y="2484"/>
                      <a:pt x="1137" y="2484"/>
                    </a:cubicBezTo>
                    <a:cubicBezTo>
                      <a:pt x="1491" y="2484"/>
                      <a:pt x="1770" y="2375"/>
                      <a:pt x="1967" y="2158"/>
                    </a:cubicBezTo>
                    <a:cubicBezTo>
                      <a:pt x="2164" y="1940"/>
                      <a:pt x="2260" y="1634"/>
                      <a:pt x="2260" y="1246"/>
                    </a:cubicBezTo>
                    <a:cubicBezTo>
                      <a:pt x="2266" y="845"/>
                      <a:pt x="2164" y="545"/>
                      <a:pt x="1967" y="328"/>
                    </a:cubicBezTo>
                    <a:cubicBezTo>
                      <a:pt x="1770" y="110"/>
                      <a:pt x="1498" y="1"/>
                      <a:pt x="11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86"/>
              <p:cNvSpPr/>
              <p:nvPr/>
            </p:nvSpPr>
            <p:spPr>
              <a:xfrm>
                <a:off x="7005943" y="1165779"/>
                <a:ext cx="171911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417" extrusionOk="0">
                    <a:moveTo>
                      <a:pt x="733" y="331"/>
                    </a:moveTo>
                    <a:cubicBezTo>
                      <a:pt x="850" y="331"/>
                      <a:pt x="970" y="366"/>
                      <a:pt x="1069" y="436"/>
                    </a:cubicBezTo>
                    <a:cubicBezTo>
                      <a:pt x="1157" y="511"/>
                      <a:pt x="1205" y="627"/>
                      <a:pt x="1198" y="743"/>
                    </a:cubicBezTo>
                    <a:cubicBezTo>
                      <a:pt x="1205" y="872"/>
                      <a:pt x="1157" y="994"/>
                      <a:pt x="1055" y="1076"/>
                    </a:cubicBezTo>
                    <a:cubicBezTo>
                      <a:pt x="960" y="1144"/>
                      <a:pt x="810" y="1178"/>
                      <a:pt x="613" y="1178"/>
                    </a:cubicBezTo>
                    <a:lnTo>
                      <a:pt x="402" y="1178"/>
                    </a:lnTo>
                    <a:lnTo>
                      <a:pt x="402" y="334"/>
                    </a:lnTo>
                    <a:lnTo>
                      <a:pt x="674" y="334"/>
                    </a:lnTo>
                    <a:cubicBezTo>
                      <a:pt x="694" y="332"/>
                      <a:pt x="713" y="331"/>
                      <a:pt x="733" y="331"/>
                    </a:cubicBezTo>
                    <a:close/>
                    <a:moveTo>
                      <a:pt x="1" y="1"/>
                    </a:moveTo>
                    <a:lnTo>
                      <a:pt x="1" y="2416"/>
                    </a:lnTo>
                    <a:lnTo>
                      <a:pt x="395" y="2416"/>
                    </a:lnTo>
                    <a:lnTo>
                      <a:pt x="395" y="1511"/>
                    </a:lnTo>
                    <a:lnTo>
                      <a:pt x="647" y="1511"/>
                    </a:lnTo>
                    <a:cubicBezTo>
                      <a:pt x="953" y="1511"/>
                      <a:pt x="1191" y="1443"/>
                      <a:pt x="1355" y="1314"/>
                    </a:cubicBezTo>
                    <a:cubicBezTo>
                      <a:pt x="1525" y="1171"/>
                      <a:pt x="1613" y="953"/>
                      <a:pt x="1599" y="736"/>
                    </a:cubicBezTo>
                    <a:cubicBezTo>
                      <a:pt x="1613" y="525"/>
                      <a:pt x="1531" y="321"/>
                      <a:pt x="1375" y="185"/>
                    </a:cubicBezTo>
                    <a:cubicBezTo>
                      <a:pt x="1225" y="62"/>
                      <a:pt x="994" y="1"/>
                      <a:pt x="6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3" name="Google Shape;1253;p86"/>
          <p:cNvSpPr/>
          <p:nvPr/>
        </p:nvSpPr>
        <p:spPr>
          <a:xfrm>
            <a:off x="5916175" y="3223000"/>
            <a:ext cx="183000" cy="1584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86"/>
          <p:cNvSpPr txBox="1">
            <a:spLocks noGrp="1"/>
          </p:cNvSpPr>
          <p:nvPr>
            <p:ph type="title" idx="2"/>
          </p:nvPr>
        </p:nvSpPr>
        <p:spPr>
          <a:xfrm>
            <a:off x="2649150" y="946224"/>
            <a:ext cx="1148400" cy="114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55" name="Google Shape;1255;p8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8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Analysis</a:t>
            </a:r>
            <a:endParaRPr/>
          </a:p>
        </p:txBody>
      </p:sp>
      <p:sp>
        <p:nvSpPr>
          <p:cNvPr id="1261" name="Google Shape;1261;p87"/>
          <p:cNvSpPr txBox="1">
            <a:spLocks noGrp="1"/>
          </p:cNvSpPr>
          <p:nvPr>
            <p:ph type="subTitle" idx="1"/>
          </p:nvPr>
        </p:nvSpPr>
        <p:spPr>
          <a:xfrm>
            <a:off x="1893250" y="1837200"/>
            <a:ext cx="62643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5" dirty="0">
                <a:solidFill>
                  <a:srgbClr val="1A1A1A"/>
                </a:solidFill>
              </a:rPr>
              <a:t>Built entirely on free, open-source tools: SUMO, Python, PyTorch/TensorFlow, Stable-Baselines3, Docker</a:t>
            </a: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</p:txBody>
      </p:sp>
      <p:grpSp>
        <p:nvGrpSpPr>
          <p:cNvPr id="1262" name="Google Shape;1262;p87"/>
          <p:cNvGrpSpPr/>
          <p:nvPr/>
        </p:nvGrpSpPr>
        <p:grpSpPr>
          <a:xfrm>
            <a:off x="7824521" y="1179694"/>
            <a:ext cx="332981" cy="915213"/>
            <a:chOff x="8430703" y="539500"/>
            <a:chExt cx="365993" cy="1005950"/>
          </a:xfrm>
        </p:grpSpPr>
        <p:sp>
          <p:nvSpPr>
            <p:cNvPr id="1263" name="Google Shape;1263;p87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64" name="Google Shape;1264;p87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65" name="Google Shape;1265;p87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6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266" name="Google Shape;1266;p87"/>
          <p:cNvSpPr/>
          <p:nvPr/>
        </p:nvSpPr>
        <p:spPr>
          <a:xfrm>
            <a:off x="941825" y="1695631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7" name="Google Shape;1267;p87"/>
          <p:cNvSpPr txBox="1">
            <a:spLocks noGrp="1"/>
          </p:cNvSpPr>
          <p:nvPr>
            <p:ph type="title" idx="4294967295"/>
          </p:nvPr>
        </p:nvSpPr>
        <p:spPr>
          <a:xfrm>
            <a:off x="1102453" y="1837198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01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8" name="Google Shape;1268;p87"/>
          <p:cNvSpPr txBox="1">
            <a:spLocks noGrp="1"/>
          </p:cNvSpPr>
          <p:nvPr>
            <p:ph type="subTitle" idx="1"/>
          </p:nvPr>
        </p:nvSpPr>
        <p:spPr>
          <a:xfrm>
            <a:off x="1893251" y="2602450"/>
            <a:ext cx="65376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5" dirty="0">
                <a:solidFill>
                  <a:srgbClr val="1A1A1A"/>
                </a:solidFill>
              </a:rPr>
              <a:t>All required datasets (SUMO/LuST, METR-LA, PEMS-BAY, PeMS incidents) are free and publicly available</a:t>
            </a: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</p:txBody>
      </p:sp>
      <p:grpSp>
        <p:nvGrpSpPr>
          <p:cNvPr id="1269" name="Google Shape;1269;p87"/>
          <p:cNvGrpSpPr/>
          <p:nvPr/>
        </p:nvGrpSpPr>
        <p:grpSpPr>
          <a:xfrm>
            <a:off x="7963177" y="1318349"/>
            <a:ext cx="332981" cy="915213"/>
            <a:chOff x="8430703" y="539500"/>
            <a:chExt cx="365993" cy="1005950"/>
          </a:xfrm>
        </p:grpSpPr>
        <p:sp>
          <p:nvSpPr>
            <p:cNvPr id="1270" name="Google Shape;1270;p87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71" name="Google Shape;1271;p87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72" name="Google Shape;1272;p87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6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273" name="Google Shape;1273;p87"/>
          <p:cNvSpPr/>
          <p:nvPr/>
        </p:nvSpPr>
        <p:spPr>
          <a:xfrm>
            <a:off x="941825" y="2527563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4" name="Google Shape;1274;p87"/>
          <p:cNvSpPr txBox="1">
            <a:spLocks noGrp="1"/>
          </p:cNvSpPr>
          <p:nvPr>
            <p:ph type="title" idx="4294967295"/>
          </p:nvPr>
        </p:nvSpPr>
        <p:spPr>
          <a:xfrm>
            <a:off x="1102453" y="2669130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02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5" name="Google Shape;1275;p87"/>
          <p:cNvSpPr txBox="1">
            <a:spLocks noGrp="1"/>
          </p:cNvSpPr>
          <p:nvPr>
            <p:ph type="subTitle" idx="1"/>
          </p:nvPr>
        </p:nvSpPr>
        <p:spPr>
          <a:xfrm>
            <a:off x="1893251" y="3359500"/>
            <a:ext cx="66984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65" dirty="0">
                <a:solidFill>
                  <a:srgbClr val="1A1A1A"/>
                </a:solidFill>
              </a:rPr>
              <a:t>Edge constraints emulated via container resource limits (cgroups) calibrated to Raspberry Pi 4 / Jetson Nano specs</a:t>
            </a: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</p:txBody>
      </p:sp>
      <p:sp>
        <p:nvSpPr>
          <p:cNvPr id="1276" name="Google Shape;1276;p87"/>
          <p:cNvSpPr/>
          <p:nvPr/>
        </p:nvSpPr>
        <p:spPr>
          <a:xfrm>
            <a:off x="941825" y="3359495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7" name="Google Shape;1277;p87"/>
          <p:cNvSpPr txBox="1">
            <a:spLocks noGrp="1"/>
          </p:cNvSpPr>
          <p:nvPr>
            <p:ph type="title" idx="4294967295"/>
          </p:nvPr>
        </p:nvSpPr>
        <p:spPr>
          <a:xfrm>
            <a:off x="1102453" y="3501062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03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8" name="Google Shape;1278;p87"/>
          <p:cNvSpPr txBox="1">
            <a:spLocks noGrp="1"/>
          </p:cNvSpPr>
          <p:nvPr>
            <p:ph type="subTitle" idx="1"/>
          </p:nvPr>
        </p:nvSpPr>
        <p:spPr>
          <a:xfrm>
            <a:off x="1893251" y="4228925"/>
            <a:ext cx="6537600" cy="6717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5" dirty="0">
                <a:solidFill>
                  <a:srgbClr val="1A1A1A"/>
                </a:solidFill>
              </a:rPr>
              <a:t>Modular architecture allows each component (signal control, anomaly detection, offloading) to be developed and tested independently</a:t>
            </a: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</p:txBody>
      </p:sp>
      <p:sp>
        <p:nvSpPr>
          <p:cNvPr id="1279" name="Google Shape;1279;p87"/>
          <p:cNvSpPr/>
          <p:nvPr/>
        </p:nvSpPr>
        <p:spPr>
          <a:xfrm>
            <a:off x="941825" y="4191427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0" name="Google Shape;1280;p87"/>
          <p:cNvSpPr txBox="1">
            <a:spLocks noGrp="1"/>
          </p:cNvSpPr>
          <p:nvPr>
            <p:ph type="title" idx="4294967295"/>
          </p:nvPr>
        </p:nvSpPr>
        <p:spPr>
          <a:xfrm>
            <a:off x="1102453" y="4332993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04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1" name="Google Shape;1281;p87"/>
          <p:cNvSpPr txBox="1">
            <a:spLocks noGrp="1"/>
          </p:cNvSpPr>
          <p:nvPr>
            <p:ph type="subTitle" idx="1"/>
          </p:nvPr>
        </p:nvSpPr>
        <p:spPr>
          <a:xfrm>
            <a:off x="1007425" y="1179703"/>
            <a:ext cx="5750700" cy="4221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1A1A1A"/>
                </a:solidFill>
              </a:rPr>
              <a:t>Technical Feasibility</a:t>
            </a:r>
            <a:endParaRPr b="1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A1A1A"/>
              </a:solidFill>
            </a:endParaRPr>
          </a:p>
        </p:txBody>
      </p:sp>
      <p:sp>
        <p:nvSpPr>
          <p:cNvPr id="1282" name="Google Shape;1282;p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8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Analysis</a:t>
            </a:r>
            <a:endParaRPr/>
          </a:p>
        </p:txBody>
      </p:sp>
      <p:sp>
        <p:nvSpPr>
          <p:cNvPr id="1288" name="Google Shape;1288;p88"/>
          <p:cNvSpPr txBox="1">
            <a:spLocks noGrp="1"/>
          </p:cNvSpPr>
          <p:nvPr>
            <p:ph type="subTitle" idx="1"/>
          </p:nvPr>
        </p:nvSpPr>
        <p:spPr>
          <a:xfrm>
            <a:off x="1893250" y="1761000"/>
            <a:ext cx="62643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5" dirty="0">
                <a:solidFill>
                  <a:srgbClr val="1A1A1A"/>
                </a:solidFill>
              </a:rPr>
              <a:t>Reduces reliance on manual/fixed-time traffic signal management</a:t>
            </a:r>
            <a:endParaRPr sz="1365" dirty="0">
              <a:solidFill>
                <a:srgbClr val="1A1A1A"/>
              </a:solidFill>
            </a:endParaRPr>
          </a:p>
        </p:txBody>
      </p:sp>
      <p:grpSp>
        <p:nvGrpSpPr>
          <p:cNvPr id="1289" name="Google Shape;1289;p88"/>
          <p:cNvGrpSpPr/>
          <p:nvPr/>
        </p:nvGrpSpPr>
        <p:grpSpPr>
          <a:xfrm>
            <a:off x="7824521" y="1179694"/>
            <a:ext cx="332981" cy="915213"/>
            <a:chOff x="8430703" y="539500"/>
            <a:chExt cx="365993" cy="1005950"/>
          </a:xfrm>
        </p:grpSpPr>
        <p:sp>
          <p:nvSpPr>
            <p:cNvPr id="1290" name="Google Shape;1290;p88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91" name="Google Shape;1291;p88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92" name="Google Shape;1292;p88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6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293" name="Google Shape;1293;p88"/>
          <p:cNvSpPr/>
          <p:nvPr/>
        </p:nvSpPr>
        <p:spPr>
          <a:xfrm>
            <a:off x="941825" y="1695631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4" name="Google Shape;1294;p88"/>
          <p:cNvSpPr txBox="1">
            <a:spLocks noGrp="1"/>
          </p:cNvSpPr>
          <p:nvPr>
            <p:ph type="title" idx="4294967295"/>
          </p:nvPr>
        </p:nvSpPr>
        <p:spPr>
          <a:xfrm>
            <a:off x="1102453" y="1837198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01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5" name="Google Shape;1295;p88"/>
          <p:cNvSpPr txBox="1">
            <a:spLocks noGrp="1"/>
          </p:cNvSpPr>
          <p:nvPr>
            <p:ph type="subTitle" idx="1"/>
          </p:nvPr>
        </p:nvSpPr>
        <p:spPr>
          <a:xfrm>
            <a:off x="1893251" y="2499413"/>
            <a:ext cx="65376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5" dirty="0">
                <a:solidFill>
                  <a:srgbClr val="1A1A1A"/>
                </a:solidFill>
              </a:rPr>
              <a:t>Improves responsiveness to real-time traffic anomalies (accidents, sudden congestion)</a:t>
            </a:r>
            <a:endParaRPr sz="1365" dirty="0">
              <a:solidFill>
                <a:srgbClr val="1A1A1A"/>
              </a:solidFill>
            </a:endParaRPr>
          </a:p>
        </p:txBody>
      </p:sp>
      <p:grpSp>
        <p:nvGrpSpPr>
          <p:cNvPr id="1296" name="Google Shape;1296;p88"/>
          <p:cNvGrpSpPr/>
          <p:nvPr/>
        </p:nvGrpSpPr>
        <p:grpSpPr>
          <a:xfrm>
            <a:off x="7963177" y="1318349"/>
            <a:ext cx="332981" cy="915213"/>
            <a:chOff x="8430703" y="539500"/>
            <a:chExt cx="365993" cy="1005950"/>
          </a:xfrm>
        </p:grpSpPr>
        <p:sp>
          <p:nvSpPr>
            <p:cNvPr id="1297" name="Google Shape;1297;p88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98" name="Google Shape;1298;p88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99" name="Google Shape;1299;p88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6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00" name="Google Shape;1300;p88"/>
          <p:cNvSpPr/>
          <p:nvPr/>
        </p:nvSpPr>
        <p:spPr>
          <a:xfrm>
            <a:off x="941825" y="2527563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1" name="Google Shape;1301;p88"/>
          <p:cNvSpPr txBox="1">
            <a:spLocks noGrp="1"/>
          </p:cNvSpPr>
          <p:nvPr>
            <p:ph type="title" idx="4294967295"/>
          </p:nvPr>
        </p:nvSpPr>
        <p:spPr>
          <a:xfrm>
            <a:off x="1102453" y="2669130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02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2" name="Google Shape;1302;p88"/>
          <p:cNvSpPr txBox="1">
            <a:spLocks noGrp="1"/>
          </p:cNvSpPr>
          <p:nvPr>
            <p:ph type="subTitle" idx="1"/>
          </p:nvPr>
        </p:nvSpPr>
        <p:spPr>
          <a:xfrm>
            <a:off x="1893251" y="3359500"/>
            <a:ext cx="66984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5" dirty="0">
                <a:solidFill>
                  <a:srgbClr val="1A1A1A"/>
                </a:solidFill>
              </a:rPr>
              <a:t>Simulation-based evaluation avoids the need for real-world traffic disruption during testing</a:t>
            </a: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</p:txBody>
      </p:sp>
      <p:sp>
        <p:nvSpPr>
          <p:cNvPr id="1303" name="Google Shape;1303;p88"/>
          <p:cNvSpPr/>
          <p:nvPr/>
        </p:nvSpPr>
        <p:spPr>
          <a:xfrm>
            <a:off x="941825" y="3359495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4" name="Google Shape;1304;p88"/>
          <p:cNvSpPr txBox="1">
            <a:spLocks noGrp="1"/>
          </p:cNvSpPr>
          <p:nvPr>
            <p:ph type="title" idx="4294967295"/>
          </p:nvPr>
        </p:nvSpPr>
        <p:spPr>
          <a:xfrm>
            <a:off x="1102453" y="3501062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03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5" name="Google Shape;1305;p88"/>
          <p:cNvSpPr txBox="1">
            <a:spLocks noGrp="1"/>
          </p:cNvSpPr>
          <p:nvPr>
            <p:ph type="subTitle" idx="1"/>
          </p:nvPr>
        </p:nvSpPr>
        <p:spPr>
          <a:xfrm>
            <a:off x="1893251" y="4228925"/>
            <a:ext cx="6537600" cy="6717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5" dirty="0">
                <a:solidFill>
                  <a:srgbClr val="1A1A1A"/>
                </a:solidFill>
              </a:rPr>
              <a:t>Framework is extensible to additional intersections or a larger network in future work</a:t>
            </a:r>
            <a:endParaRPr sz="1365" dirty="0">
              <a:solidFill>
                <a:srgbClr val="1A1A1A"/>
              </a:solidFill>
            </a:endParaRPr>
          </a:p>
        </p:txBody>
      </p:sp>
      <p:sp>
        <p:nvSpPr>
          <p:cNvPr id="1306" name="Google Shape;1306;p88"/>
          <p:cNvSpPr/>
          <p:nvPr/>
        </p:nvSpPr>
        <p:spPr>
          <a:xfrm>
            <a:off x="941825" y="4191427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7" name="Google Shape;1307;p88"/>
          <p:cNvSpPr txBox="1">
            <a:spLocks noGrp="1"/>
          </p:cNvSpPr>
          <p:nvPr>
            <p:ph type="title" idx="4294967295"/>
          </p:nvPr>
        </p:nvSpPr>
        <p:spPr>
          <a:xfrm>
            <a:off x="1102453" y="4332993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04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8" name="Google Shape;1308;p88"/>
          <p:cNvSpPr txBox="1">
            <a:spLocks noGrp="1"/>
          </p:cNvSpPr>
          <p:nvPr>
            <p:ph type="subTitle" idx="1"/>
          </p:nvPr>
        </p:nvSpPr>
        <p:spPr>
          <a:xfrm>
            <a:off x="1007425" y="1179703"/>
            <a:ext cx="5750700" cy="4221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1A1A1A"/>
                </a:solidFill>
              </a:rPr>
              <a:t>Operational Feasibility</a:t>
            </a:r>
            <a:endParaRPr b="1" dirty="0">
              <a:solidFill>
                <a:srgbClr val="1A1A1A"/>
              </a:solidFill>
            </a:endParaRPr>
          </a:p>
        </p:txBody>
      </p:sp>
      <p:sp>
        <p:nvSpPr>
          <p:cNvPr id="1309" name="Google Shape;1309;p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8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Analysis</a:t>
            </a:r>
            <a:endParaRPr/>
          </a:p>
        </p:txBody>
      </p:sp>
      <p:sp>
        <p:nvSpPr>
          <p:cNvPr id="1315" name="Google Shape;1315;p89"/>
          <p:cNvSpPr txBox="1">
            <a:spLocks noGrp="1"/>
          </p:cNvSpPr>
          <p:nvPr>
            <p:ph type="subTitle" idx="1"/>
          </p:nvPr>
        </p:nvSpPr>
        <p:spPr>
          <a:xfrm>
            <a:off x="1893250" y="1686175"/>
            <a:ext cx="62643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65" dirty="0">
                <a:solidFill>
                  <a:srgbClr val="1A1A1A"/>
                </a:solidFill>
              </a:rPr>
              <a:t>No licensing costs, all software (SUMO, Python ecosystem, Docker) is open-source</a:t>
            </a: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</p:txBody>
      </p:sp>
      <p:grpSp>
        <p:nvGrpSpPr>
          <p:cNvPr id="1316" name="Google Shape;1316;p89"/>
          <p:cNvGrpSpPr/>
          <p:nvPr/>
        </p:nvGrpSpPr>
        <p:grpSpPr>
          <a:xfrm>
            <a:off x="7824521" y="1179694"/>
            <a:ext cx="332981" cy="915213"/>
            <a:chOff x="8430703" y="539500"/>
            <a:chExt cx="365993" cy="1005950"/>
          </a:xfrm>
        </p:grpSpPr>
        <p:sp>
          <p:nvSpPr>
            <p:cNvPr id="1317" name="Google Shape;1317;p89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18" name="Google Shape;1318;p89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19" name="Google Shape;1319;p89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6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20" name="Google Shape;1320;p89"/>
          <p:cNvSpPr/>
          <p:nvPr/>
        </p:nvSpPr>
        <p:spPr>
          <a:xfrm>
            <a:off x="941825" y="1695631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1" name="Google Shape;1321;p89"/>
          <p:cNvSpPr txBox="1">
            <a:spLocks noGrp="1"/>
          </p:cNvSpPr>
          <p:nvPr>
            <p:ph type="title" idx="4294967295"/>
          </p:nvPr>
        </p:nvSpPr>
        <p:spPr>
          <a:xfrm>
            <a:off x="1102453" y="1837198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01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2" name="Google Shape;1322;p89"/>
          <p:cNvSpPr txBox="1">
            <a:spLocks noGrp="1"/>
          </p:cNvSpPr>
          <p:nvPr>
            <p:ph type="subTitle" idx="1"/>
          </p:nvPr>
        </p:nvSpPr>
        <p:spPr>
          <a:xfrm>
            <a:off x="1893251" y="2516050"/>
            <a:ext cx="65376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65" dirty="0">
                <a:solidFill>
                  <a:srgbClr val="1A1A1A"/>
                </a:solidFill>
              </a:rPr>
              <a:t>Model training feasible on a standard workstation or free-tier / low-cost cloud GPU credits</a:t>
            </a: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</p:txBody>
      </p:sp>
      <p:grpSp>
        <p:nvGrpSpPr>
          <p:cNvPr id="1323" name="Google Shape;1323;p89"/>
          <p:cNvGrpSpPr/>
          <p:nvPr/>
        </p:nvGrpSpPr>
        <p:grpSpPr>
          <a:xfrm>
            <a:off x="7963177" y="1318349"/>
            <a:ext cx="332981" cy="915213"/>
            <a:chOff x="8430703" y="539500"/>
            <a:chExt cx="365993" cy="1005950"/>
          </a:xfrm>
        </p:grpSpPr>
        <p:sp>
          <p:nvSpPr>
            <p:cNvPr id="1324" name="Google Shape;1324;p89"/>
            <p:cNvSpPr/>
            <p:nvPr/>
          </p:nvSpPr>
          <p:spPr>
            <a:xfrm>
              <a:off x="8613439" y="13624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25" name="Google Shape;1325;p89"/>
            <p:cNvSpPr/>
            <p:nvPr/>
          </p:nvSpPr>
          <p:spPr>
            <a:xfrm>
              <a:off x="8613696" y="539500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26" name="Google Shape;1326;p89"/>
            <p:cNvSpPr/>
            <p:nvPr/>
          </p:nvSpPr>
          <p:spPr>
            <a:xfrm>
              <a:off x="8430703" y="102130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6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175" tIns="83175" rIns="83175" bIns="831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27" name="Google Shape;1327;p89"/>
          <p:cNvSpPr/>
          <p:nvPr/>
        </p:nvSpPr>
        <p:spPr>
          <a:xfrm>
            <a:off x="941825" y="2527563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8" name="Google Shape;1328;p89"/>
          <p:cNvSpPr txBox="1">
            <a:spLocks noGrp="1"/>
          </p:cNvSpPr>
          <p:nvPr>
            <p:ph type="title" idx="4294967295"/>
          </p:nvPr>
        </p:nvSpPr>
        <p:spPr>
          <a:xfrm>
            <a:off x="1102453" y="2669130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02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9" name="Google Shape;1329;p89"/>
          <p:cNvSpPr txBox="1">
            <a:spLocks noGrp="1"/>
          </p:cNvSpPr>
          <p:nvPr>
            <p:ph type="subTitle" idx="1"/>
          </p:nvPr>
        </p:nvSpPr>
        <p:spPr>
          <a:xfrm>
            <a:off x="1893251" y="3359500"/>
            <a:ext cx="6698400" cy="8319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65" dirty="0">
                <a:solidFill>
                  <a:srgbClr val="1A1A1A"/>
                </a:solidFill>
              </a:rPr>
              <a:t>Optional physical edge hardware (Raspberry Pi 4 / Jetson Nano) costs under Rs. 80000 if used for validation</a:t>
            </a:r>
            <a:endParaRPr sz="1365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5" dirty="0">
              <a:solidFill>
                <a:srgbClr val="1A1A1A"/>
              </a:solidFill>
            </a:endParaRPr>
          </a:p>
        </p:txBody>
      </p:sp>
      <p:sp>
        <p:nvSpPr>
          <p:cNvPr id="1330" name="Google Shape;1330;p89"/>
          <p:cNvSpPr/>
          <p:nvPr/>
        </p:nvSpPr>
        <p:spPr>
          <a:xfrm>
            <a:off x="941825" y="3359495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1" name="Google Shape;1331;p89"/>
          <p:cNvSpPr txBox="1">
            <a:spLocks noGrp="1"/>
          </p:cNvSpPr>
          <p:nvPr>
            <p:ph type="title" idx="4294967295"/>
          </p:nvPr>
        </p:nvSpPr>
        <p:spPr>
          <a:xfrm>
            <a:off x="1102453" y="3501062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03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2" name="Google Shape;1332;p89"/>
          <p:cNvSpPr txBox="1">
            <a:spLocks noGrp="1"/>
          </p:cNvSpPr>
          <p:nvPr>
            <p:ph type="subTitle" idx="1"/>
          </p:nvPr>
        </p:nvSpPr>
        <p:spPr>
          <a:xfrm>
            <a:off x="1893251" y="4262200"/>
            <a:ext cx="6537600" cy="6717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5" dirty="0">
                <a:solidFill>
                  <a:srgbClr val="1A1A1A"/>
                </a:solidFill>
              </a:rPr>
              <a:t>No paid dataset subscriptions required for the core project scope</a:t>
            </a:r>
            <a:endParaRPr sz="1365" dirty="0">
              <a:solidFill>
                <a:srgbClr val="1A1A1A"/>
              </a:solidFill>
            </a:endParaRPr>
          </a:p>
        </p:txBody>
      </p:sp>
      <p:sp>
        <p:nvSpPr>
          <p:cNvPr id="1333" name="Google Shape;1333;p89"/>
          <p:cNvSpPr/>
          <p:nvPr/>
        </p:nvSpPr>
        <p:spPr>
          <a:xfrm>
            <a:off x="941825" y="4191427"/>
            <a:ext cx="746700" cy="746700"/>
          </a:xfrm>
          <a:prstGeom prst="ellipse">
            <a:avLst/>
          </a:prstGeom>
          <a:solidFill>
            <a:schemeClr val="lt1"/>
          </a:solidFill>
          <a:ln w="6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750" tIns="62750" rIns="62750" bIns="6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3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4" name="Google Shape;1334;p89"/>
          <p:cNvSpPr txBox="1">
            <a:spLocks noGrp="1"/>
          </p:cNvSpPr>
          <p:nvPr>
            <p:ph type="title" idx="4294967295"/>
          </p:nvPr>
        </p:nvSpPr>
        <p:spPr>
          <a:xfrm>
            <a:off x="1102453" y="4332993"/>
            <a:ext cx="464400" cy="530100"/>
          </a:xfrm>
          <a:prstGeom prst="rect">
            <a:avLst/>
          </a:prstGeom>
        </p:spPr>
        <p:txBody>
          <a:bodyPr spcFirstLastPara="1" wrap="square" lIns="62750" tIns="62750" rIns="62750" bIns="6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9">
                <a:latin typeface="Lato"/>
                <a:ea typeface="Lato"/>
                <a:cs typeface="Lato"/>
                <a:sym typeface="Lato"/>
              </a:rPr>
              <a:t>04</a:t>
            </a:r>
            <a:endParaRPr sz="205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5" name="Google Shape;1335;p89"/>
          <p:cNvSpPr txBox="1">
            <a:spLocks noGrp="1"/>
          </p:cNvSpPr>
          <p:nvPr>
            <p:ph type="subTitle" idx="1"/>
          </p:nvPr>
        </p:nvSpPr>
        <p:spPr>
          <a:xfrm>
            <a:off x="1007425" y="1179703"/>
            <a:ext cx="5750700" cy="4221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A1A1A"/>
                </a:solidFill>
              </a:rPr>
              <a:t>Operational Feasibility</a:t>
            </a:r>
            <a:endParaRPr b="1">
              <a:solidFill>
                <a:srgbClr val="1A1A1A"/>
              </a:solidFill>
            </a:endParaRPr>
          </a:p>
        </p:txBody>
      </p:sp>
      <p:sp>
        <p:nvSpPr>
          <p:cNvPr id="1336" name="Google Shape;1336;p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9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Analysis</a:t>
            </a:r>
            <a:endParaRPr/>
          </a:p>
        </p:txBody>
      </p:sp>
      <p:sp>
        <p:nvSpPr>
          <p:cNvPr id="1342" name="Google Shape;1342;p90"/>
          <p:cNvSpPr txBox="1">
            <a:spLocks noGrp="1"/>
          </p:cNvSpPr>
          <p:nvPr>
            <p:ph type="subTitle" idx="1"/>
          </p:nvPr>
        </p:nvSpPr>
        <p:spPr>
          <a:xfrm>
            <a:off x="1007425" y="1179703"/>
            <a:ext cx="5750700" cy="422100"/>
          </a:xfrm>
          <a:prstGeom prst="rect">
            <a:avLst/>
          </a:prstGeom>
        </p:spPr>
        <p:txBody>
          <a:bodyPr spcFirstLastPara="1" wrap="square" lIns="83175" tIns="83175" rIns="83175" bIns="83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A1A1A"/>
                </a:solidFill>
              </a:rPr>
              <a:t>Legal &amp; Ethical Feasibility</a:t>
            </a:r>
            <a:endParaRPr b="1">
              <a:solidFill>
                <a:srgbClr val="1A1A1A"/>
              </a:solidFill>
            </a:endParaRPr>
          </a:p>
        </p:txBody>
      </p:sp>
      <p:sp>
        <p:nvSpPr>
          <p:cNvPr id="1343" name="Google Shape;1343;p9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graphicFrame>
        <p:nvGraphicFramePr>
          <p:cNvPr id="1344" name="Google Shape;1344;p90"/>
          <p:cNvGraphicFramePr/>
          <p:nvPr/>
        </p:nvGraphicFramePr>
        <p:xfrm>
          <a:off x="385763" y="1656663"/>
          <a:ext cx="8372475" cy="3087855"/>
        </p:xfrm>
        <a:graphic>
          <a:graphicData uri="http://schemas.openxmlformats.org/drawingml/2006/table">
            <a:tbl>
              <a:tblPr>
                <a:noFill/>
                <a:tableStyleId>{D3B52F6E-F9A0-4382-9046-FA5A0E3777DA}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Consideration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Position</a:t>
                      </a:r>
                      <a:endParaRPr sz="1000"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licensing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LuST is MIT-licensed; SUMO, sumo-rl and the RESCO scenarios are open-source; LargeST is a public NeurIPS Datasets &amp; Benchmarks release. All are free for academic use.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Personal data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personal data is used. Loop-detector records are aggregated vehicle counts and speeds; the Caltrans incident records contain no personal identifiers.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Terms of access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Caltrans PeMS requires a free registered account; data will be used strictly within its stated terms and will not be redistributed.</a:t>
                      </a:r>
                      <a:endParaRPr sz="100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Public-safety risk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Evaluation is entirely simulation-based. No live signal infrastructure is controlled at any point, so no road user is exposed to risk from the research.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Reproducibility and disclosure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2222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Code, container definitions, trained models and scenario configurations are released openly, with the resource constraints and their calibration documented.</a:t>
                      </a:r>
                      <a:endParaRPr sz="1000" dirty="0">
                        <a:solidFill>
                          <a:srgbClr val="2222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FAF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91"/>
          <p:cNvSpPr txBox="1">
            <a:spLocks noGrp="1"/>
          </p:cNvSpPr>
          <p:nvPr>
            <p:ph type="title"/>
          </p:nvPr>
        </p:nvSpPr>
        <p:spPr>
          <a:xfrm>
            <a:off x="713225" y="2308600"/>
            <a:ext cx="5020200" cy="15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Timeline</a:t>
            </a:r>
            <a:endParaRPr/>
          </a:p>
        </p:txBody>
      </p:sp>
      <p:cxnSp>
        <p:nvCxnSpPr>
          <p:cNvPr id="1350" name="Google Shape;1350;p91"/>
          <p:cNvCxnSpPr/>
          <p:nvPr/>
        </p:nvCxnSpPr>
        <p:spPr>
          <a:xfrm>
            <a:off x="2261300" y="3993617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51" name="Google Shape;1351;p91"/>
          <p:cNvSpPr/>
          <p:nvPr/>
        </p:nvSpPr>
        <p:spPr>
          <a:xfrm>
            <a:off x="2528375" y="825196"/>
            <a:ext cx="1389900" cy="1389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352" name="Google Shape;1352;p91"/>
          <p:cNvGrpSpPr/>
          <p:nvPr/>
        </p:nvGrpSpPr>
        <p:grpSpPr>
          <a:xfrm>
            <a:off x="4137732" y="642200"/>
            <a:ext cx="708593" cy="811750"/>
            <a:chOff x="4137732" y="642200"/>
            <a:chExt cx="708593" cy="811750"/>
          </a:xfrm>
        </p:grpSpPr>
        <p:sp>
          <p:nvSpPr>
            <p:cNvPr id="1353" name="Google Shape;1353;p91"/>
            <p:cNvSpPr/>
            <p:nvPr/>
          </p:nvSpPr>
          <p:spPr>
            <a:xfrm>
              <a:off x="4389125" y="127095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4" name="Google Shape;1354;p91"/>
            <p:cNvGrpSpPr/>
            <p:nvPr/>
          </p:nvGrpSpPr>
          <p:grpSpPr>
            <a:xfrm>
              <a:off x="4137732" y="825497"/>
              <a:ext cx="182878" cy="182886"/>
              <a:chOff x="769861" y="772165"/>
              <a:chExt cx="148500" cy="149100"/>
            </a:xfrm>
          </p:grpSpPr>
          <p:sp>
            <p:nvSpPr>
              <p:cNvPr id="1355" name="Google Shape;1355;p91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91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57" name="Google Shape;1357;p91"/>
            <p:cNvSpPr/>
            <p:nvPr/>
          </p:nvSpPr>
          <p:spPr>
            <a:xfrm>
              <a:off x="4663325" y="64220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8" name="Google Shape;1358;p91"/>
          <p:cNvGrpSpPr/>
          <p:nvPr/>
        </p:nvGrpSpPr>
        <p:grpSpPr>
          <a:xfrm>
            <a:off x="1018025" y="3815500"/>
            <a:ext cx="472700" cy="565775"/>
            <a:chOff x="713225" y="3815500"/>
            <a:chExt cx="472700" cy="565775"/>
          </a:xfrm>
        </p:grpSpPr>
        <p:sp>
          <p:nvSpPr>
            <p:cNvPr id="1359" name="Google Shape;1359;p91"/>
            <p:cNvSpPr/>
            <p:nvPr/>
          </p:nvSpPr>
          <p:spPr>
            <a:xfrm>
              <a:off x="713225" y="381550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91"/>
            <p:cNvSpPr/>
            <p:nvPr/>
          </p:nvSpPr>
          <p:spPr>
            <a:xfrm>
              <a:off x="1002925" y="4198275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" name="Google Shape;1361;p91"/>
          <p:cNvGrpSpPr/>
          <p:nvPr/>
        </p:nvGrpSpPr>
        <p:grpSpPr>
          <a:xfrm>
            <a:off x="5916168" y="760073"/>
            <a:ext cx="2743187" cy="3665683"/>
            <a:chOff x="5916168" y="760073"/>
            <a:chExt cx="2743187" cy="3665683"/>
          </a:xfrm>
        </p:grpSpPr>
        <p:sp>
          <p:nvSpPr>
            <p:cNvPr id="1362" name="Google Shape;1362;p91"/>
            <p:cNvSpPr/>
            <p:nvPr/>
          </p:nvSpPr>
          <p:spPr>
            <a:xfrm>
              <a:off x="5916168" y="1349000"/>
              <a:ext cx="2743187" cy="1555985"/>
            </a:xfrm>
            <a:custGeom>
              <a:avLst/>
              <a:gdLst/>
              <a:ahLst/>
              <a:cxnLst/>
              <a:rect l="l" t="t" r="r" b="b"/>
              <a:pathLst>
                <a:path w="18316" h="10199" extrusionOk="0">
                  <a:moveTo>
                    <a:pt x="10467" y="0"/>
                  </a:moveTo>
                  <a:cubicBezTo>
                    <a:pt x="7754" y="0"/>
                    <a:pt x="7172" y="1787"/>
                    <a:pt x="5375" y="2090"/>
                  </a:cubicBezTo>
                  <a:cubicBezTo>
                    <a:pt x="3334" y="2430"/>
                    <a:pt x="0" y="1675"/>
                    <a:pt x="123" y="4607"/>
                  </a:cubicBezTo>
                  <a:cubicBezTo>
                    <a:pt x="226" y="6955"/>
                    <a:pt x="3127" y="10198"/>
                    <a:pt x="7766" y="10198"/>
                  </a:cubicBezTo>
                  <a:cubicBezTo>
                    <a:pt x="8919" y="10198"/>
                    <a:pt x="10180" y="9998"/>
                    <a:pt x="11533" y="9533"/>
                  </a:cubicBezTo>
                  <a:cubicBezTo>
                    <a:pt x="18316" y="7192"/>
                    <a:pt x="15309" y="443"/>
                    <a:pt x="11152" y="35"/>
                  </a:cubicBezTo>
                  <a:cubicBezTo>
                    <a:pt x="10909" y="11"/>
                    <a:pt x="10681" y="0"/>
                    <a:pt x="10467" y="0"/>
                  </a:cubicBezTo>
                  <a:close/>
                </a:path>
              </a:pathLst>
            </a:cu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91"/>
            <p:cNvSpPr/>
            <p:nvPr/>
          </p:nvSpPr>
          <p:spPr>
            <a:xfrm>
              <a:off x="5917730" y="4334256"/>
              <a:ext cx="23286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4" name="Google Shape;1364;p91"/>
            <p:cNvGrpSpPr/>
            <p:nvPr/>
          </p:nvGrpSpPr>
          <p:grpSpPr>
            <a:xfrm>
              <a:off x="7108851" y="1194112"/>
              <a:ext cx="1080037" cy="3189091"/>
              <a:chOff x="7293420" y="1194112"/>
              <a:chExt cx="1080037" cy="3189091"/>
            </a:xfrm>
          </p:grpSpPr>
          <p:sp>
            <p:nvSpPr>
              <p:cNvPr id="1365" name="Google Shape;1365;p91"/>
              <p:cNvSpPr/>
              <p:nvPr/>
            </p:nvSpPr>
            <p:spPr>
              <a:xfrm>
                <a:off x="7519014" y="3415430"/>
                <a:ext cx="237842" cy="884693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8306" extrusionOk="0">
                    <a:moveTo>
                      <a:pt x="2093" y="1"/>
                    </a:moveTo>
                    <a:cubicBezTo>
                      <a:pt x="1295" y="1"/>
                      <a:pt x="947" y="411"/>
                      <a:pt x="155" y="411"/>
                    </a:cubicBezTo>
                    <a:cubicBezTo>
                      <a:pt x="105" y="411"/>
                      <a:pt x="54" y="410"/>
                      <a:pt x="1" y="406"/>
                    </a:cubicBezTo>
                    <a:lnTo>
                      <a:pt x="1" y="406"/>
                    </a:lnTo>
                    <a:cubicBezTo>
                      <a:pt x="1" y="406"/>
                      <a:pt x="606" y="7890"/>
                      <a:pt x="545" y="8190"/>
                    </a:cubicBezTo>
                    <a:lnTo>
                      <a:pt x="1450" y="8305"/>
                    </a:lnTo>
                    <a:cubicBezTo>
                      <a:pt x="1497" y="7734"/>
                      <a:pt x="2232" y="5"/>
                      <a:pt x="2232" y="5"/>
                    </a:cubicBezTo>
                    <a:cubicBezTo>
                      <a:pt x="2184" y="2"/>
                      <a:pt x="2138" y="1"/>
                      <a:pt x="2093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91"/>
              <p:cNvSpPr/>
              <p:nvPr/>
            </p:nvSpPr>
            <p:spPr>
              <a:xfrm>
                <a:off x="7937821" y="3255767"/>
                <a:ext cx="235712" cy="1024011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614" extrusionOk="0">
                    <a:moveTo>
                      <a:pt x="2090" y="0"/>
                    </a:moveTo>
                    <a:lnTo>
                      <a:pt x="2090" y="0"/>
                    </a:lnTo>
                    <a:cubicBezTo>
                      <a:pt x="1389" y="171"/>
                      <a:pt x="300" y="279"/>
                      <a:pt x="1" y="354"/>
                    </a:cubicBezTo>
                    <a:lnTo>
                      <a:pt x="695" y="9519"/>
                    </a:lnTo>
                    <a:lnTo>
                      <a:pt x="1736" y="9614"/>
                    </a:lnTo>
                    <a:cubicBezTo>
                      <a:pt x="1736" y="9614"/>
                      <a:pt x="2212" y="694"/>
                      <a:pt x="2090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91"/>
              <p:cNvSpPr/>
              <p:nvPr/>
            </p:nvSpPr>
            <p:spPr>
              <a:xfrm>
                <a:off x="7458834" y="2637569"/>
                <a:ext cx="767529" cy="1484997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13942" extrusionOk="0">
                    <a:moveTo>
                      <a:pt x="763" y="1"/>
                    </a:moveTo>
                    <a:cubicBezTo>
                      <a:pt x="763" y="1"/>
                      <a:pt x="532" y="743"/>
                      <a:pt x="443" y="2022"/>
                    </a:cubicBezTo>
                    <a:cubicBezTo>
                      <a:pt x="355" y="3144"/>
                      <a:pt x="151" y="8601"/>
                      <a:pt x="89" y="10268"/>
                    </a:cubicBezTo>
                    <a:cubicBezTo>
                      <a:pt x="1" y="12397"/>
                      <a:pt x="89" y="13669"/>
                      <a:pt x="89" y="13669"/>
                    </a:cubicBezTo>
                    <a:cubicBezTo>
                      <a:pt x="753" y="13855"/>
                      <a:pt x="1257" y="13941"/>
                      <a:pt x="1786" y="13941"/>
                    </a:cubicBezTo>
                    <a:cubicBezTo>
                      <a:pt x="2266" y="13941"/>
                      <a:pt x="2766" y="13870"/>
                      <a:pt x="3423" y="13737"/>
                    </a:cubicBezTo>
                    <a:cubicBezTo>
                      <a:pt x="3321" y="12043"/>
                      <a:pt x="3505" y="5696"/>
                      <a:pt x="3505" y="5696"/>
                    </a:cubicBezTo>
                    <a:lnTo>
                      <a:pt x="3933" y="13744"/>
                    </a:lnTo>
                    <a:cubicBezTo>
                      <a:pt x="4381" y="13823"/>
                      <a:pt x="4824" y="13866"/>
                      <a:pt x="5261" y="13866"/>
                    </a:cubicBezTo>
                    <a:cubicBezTo>
                      <a:pt x="5922" y="13866"/>
                      <a:pt x="6571" y="13768"/>
                      <a:pt x="7206" y="13547"/>
                    </a:cubicBezTo>
                    <a:cubicBezTo>
                      <a:pt x="7206" y="13547"/>
                      <a:pt x="7029" y="4015"/>
                      <a:pt x="6906" y="2614"/>
                    </a:cubicBezTo>
                    <a:cubicBezTo>
                      <a:pt x="6784" y="1192"/>
                      <a:pt x="6668" y="151"/>
                      <a:pt x="6668" y="151"/>
                    </a:cubicBez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91"/>
              <p:cNvSpPr/>
              <p:nvPr/>
            </p:nvSpPr>
            <p:spPr>
              <a:xfrm>
                <a:off x="7424111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1886" y="0"/>
                    </a:moveTo>
                    <a:cubicBezTo>
                      <a:pt x="1677" y="0"/>
                      <a:pt x="1463" y="33"/>
                      <a:pt x="1381" y="104"/>
                    </a:cubicBezTo>
                    <a:cubicBezTo>
                      <a:pt x="1245" y="227"/>
                      <a:pt x="1102" y="336"/>
                      <a:pt x="953" y="431"/>
                    </a:cubicBezTo>
                    <a:cubicBezTo>
                      <a:pt x="823" y="512"/>
                      <a:pt x="374" y="669"/>
                      <a:pt x="191" y="839"/>
                    </a:cubicBezTo>
                    <a:cubicBezTo>
                      <a:pt x="7" y="1016"/>
                      <a:pt x="0" y="1268"/>
                      <a:pt x="123" y="1376"/>
                    </a:cubicBezTo>
                    <a:cubicBezTo>
                      <a:pt x="178" y="1423"/>
                      <a:pt x="300" y="1436"/>
                      <a:pt x="470" y="1436"/>
                    </a:cubicBezTo>
                    <a:cubicBezTo>
                      <a:pt x="674" y="1436"/>
                      <a:pt x="947" y="1417"/>
                      <a:pt x="1259" y="1417"/>
                    </a:cubicBezTo>
                    <a:cubicBezTo>
                      <a:pt x="1654" y="1411"/>
                      <a:pt x="2055" y="1376"/>
                      <a:pt x="2450" y="1329"/>
                    </a:cubicBezTo>
                    <a:cubicBezTo>
                      <a:pt x="2599" y="1288"/>
                      <a:pt x="2586" y="1077"/>
                      <a:pt x="2572" y="961"/>
                    </a:cubicBezTo>
                    <a:cubicBezTo>
                      <a:pt x="2572" y="757"/>
                      <a:pt x="2552" y="560"/>
                      <a:pt x="2511" y="363"/>
                    </a:cubicBezTo>
                    <a:cubicBezTo>
                      <a:pt x="2484" y="254"/>
                      <a:pt x="2429" y="165"/>
                      <a:pt x="2354" y="91"/>
                    </a:cubicBezTo>
                    <a:cubicBezTo>
                      <a:pt x="2296" y="33"/>
                      <a:pt x="2094" y="0"/>
                      <a:pt x="18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91"/>
              <p:cNvSpPr/>
              <p:nvPr/>
            </p:nvSpPr>
            <p:spPr>
              <a:xfrm>
                <a:off x="7993633" y="4230250"/>
                <a:ext cx="276932" cy="152952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436" extrusionOk="0">
                    <a:moveTo>
                      <a:pt x="710" y="0"/>
                    </a:moveTo>
                    <a:cubicBezTo>
                      <a:pt x="501" y="0"/>
                      <a:pt x="297" y="33"/>
                      <a:pt x="239" y="91"/>
                    </a:cubicBezTo>
                    <a:cubicBezTo>
                      <a:pt x="164" y="165"/>
                      <a:pt x="110" y="261"/>
                      <a:pt x="83" y="363"/>
                    </a:cubicBezTo>
                    <a:cubicBezTo>
                      <a:pt x="48" y="560"/>
                      <a:pt x="28" y="757"/>
                      <a:pt x="28" y="961"/>
                    </a:cubicBezTo>
                    <a:cubicBezTo>
                      <a:pt x="14" y="1077"/>
                      <a:pt x="1" y="1288"/>
                      <a:pt x="151" y="1329"/>
                    </a:cubicBezTo>
                    <a:cubicBezTo>
                      <a:pt x="545" y="1376"/>
                      <a:pt x="940" y="1411"/>
                      <a:pt x="1341" y="1417"/>
                    </a:cubicBezTo>
                    <a:cubicBezTo>
                      <a:pt x="1649" y="1417"/>
                      <a:pt x="1923" y="1436"/>
                      <a:pt x="2128" y="1436"/>
                    </a:cubicBezTo>
                    <a:cubicBezTo>
                      <a:pt x="2299" y="1436"/>
                      <a:pt x="2422" y="1423"/>
                      <a:pt x="2477" y="1376"/>
                    </a:cubicBezTo>
                    <a:cubicBezTo>
                      <a:pt x="2600" y="1268"/>
                      <a:pt x="2593" y="1016"/>
                      <a:pt x="2403" y="839"/>
                    </a:cubicBezTo>
                    <a:cubicBezTo>
                      <a:pt x="2219" y="669"/>
                      <a:pt x="1770" y="512"/>
                      <a:pt x="1647" y="431"/>
                    </a:cubicBezTo>
                    <a:cubicBezTo>
                      <a:pt x="1491" y="336"/>
                      <a:pt x="1348" y="227"/>
                      <a:pt x="1212" y="104"/>
                    </a:cubicBezTo>
                    <a:cubicBezTo>
                      <a:pt x="1134" y="33"/>
                      <a:pt x="919" y="0"/>
                      <a:pt x="7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91"/>
              <p:cNvSpPr/>
              <p:nvPr/>
            </p:nvSpPr>
            <p:spPr>
              <a:xfrm>
                <a:off x="8081293" y="2860713"/>
                <a:ext cx="109601" cy="137188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288" extrusionOk="0">
                    <a:moveTo>
                      <a:pt x="45" y="1"/>
                    </a:moveTo>
                    <a:cubicBezTo>
                      <a:pt x="23" y="1"/>
                      <a:pt x="0" y="19"/>
                      <a:pt x="8" y="49"/>
                    </a:cubicBezTo>
                    <a:cubicBezTo>
                      <a:pt x="15" y="76"/>
                      <a:pt x="137" y="695"/>
                      <a:pt x="960" y="1281"/>
                    </a:cubicBezTo>
                    <a:cubicBezTo>
                      <a:pt x="967" y="1281"/>
                      <a:pt x="974" y="1287"/>
                      <a:pt x="988" y="1287"/>
                    </a:cubicBezTo>
                    <a:cubicBezTo>
                      <a:pt x="994" y="1287"/>
                      <a:pt x="1008" y="1281"/>
                      <a:pt x="1015" y="1267"/>
                    </a:cubicBezTo>
                    <a:cubicBezTo>
                      <a:pt x="1028" y="1247"/>
                      <a:pt x="1022" y="1226"/>
                      <a:pt x="1008" y="1213"/>
                    </a:cubicBezTo>
                    <a:cubicBezTo>
                      <a:pt x="212" y="655"/>
                      <a:pt x="83" y="42"/>
                      <a:pt x="83" y="35"/>
                    </a:cubicBezTo>
                    <a:cubicBezTo>
                      <a:pt x="80" y="12"/>
                      <a:pt x="62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91"/>
              <p:cNvSpPr/>
              <p:nvPr/>
            </p:nvSpPr>
            <p:spPr>
              <a:xfrm>
                <a:off x="7498031" y="2837812"/>
                <a:ext cx="111306" cy="176704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1659" extrusionOk="0">
                    <a:moveTo>
                      <a:pt x="1003" y="1"/>
                    </a:moveTo>
                    <a:cubicBezTo>
                      <a:pt x="986" y="1"/>
                      <a:pt x="969" y="11"/>
                      <a:pt x="966" y="33"/>
                    </a:cubicBezTo>
                    <a:cubicBezTo>
                      <a:pt x="823" y="638"/>
                      <a:pt x="490" y="1183"/>
                      <a:pt x="14" y="1591"/>
                    </a:cubicBezTo>
                    <a:cubicBezTo>
                      <a:pt x="0" y="1604"/>
                      <a:pt x="0" y="1625"/>
                      <a:pt x="14" y="1645"/>
                    </a:cubicBezTo>
                    <a:cubicBezTo>
                      <a:pt x="21" y="1652"/>
                      <a:pt x="34" y="1659"/>
                      <a:pt x="41" y="1659"/>
                    </a:cubicBezTo>
                    <a:cubicBezTo>
                      <a:pt x="55" y="1659"/>
                      <a:pt x="61" y="1652"/>
                      <a:pt x="75" y="1645"/>
                    </a:cubicBezTo>
                    <a:cubicBezTo>
                      <a:pt x="558" y="1230"/>
                      <a:pt x="898" y="672"/>
                      <a:pt x="1041" y="46"/>
                    </a:cubicBezTo>
                    <a:cubicBezTo>
                      <a:pt x="1045" y="16"/>
                      <a:pt x="1024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91"/>
              <p:cNvSpPr/>
              <p:nvPr/>
            </p:nvSpPr>
            <p:spPr>
              <a:xfrm>
                <a:off x="7503037" y="1194112"/>
                <a:ext cx="585712" cy="608825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716" extrusionOk="0">
                    <a:moveTo>
                      <a:pt x="2913" y="0"/>
                    </a:moveTo>
                    <a:cubicBezTo>
                      <a:pt x="2137" y="0"/>
                      <a:pt x="1579" y="225"/>
                      <a:pt x="1239" y="497"/>
                    </a:cubicBezTo>
                    <a:cubicBezTo>
                      <a:pt x="913" y="762"/>
                      <a:pt x="654" y="1096"/>
                      <a:pt x="491" y="1483"/>
                    </a:cubicBezTo>
                    <a:cubicBezTo>
                      <a:pt x="327" y="1878"/>
                      <a:pt x="239" y="2300"/>
                      <a:pt x="239" y="2729"/>
                    </a:cubicBezTo>
                    <a:cubicBezTo>
                      <a:pt x="239" y="3116"/>
                      <a:pt x="293" y="3334"/>
                      <a:pt x="246" y="3627"/>
                    </a:cubicBezTo>
                    <a:cubicBezTo>
                      <a:pt x="219" y="3797"/>
                      <a:pt x="151" y="3960"/>
                      <a:pt x="117" y="4130"/>
                    </a:cubicBezTo>
                    <a:cubicBezTo>
                      <a:pt x="1" y="4620"/>
                      <a:pt x="151" y="5123"/>
                      <a:pt x="293" y="5606"/>
                    </a:cubicBezTo>
                    <a:cubicBezTo>
                      <a:pt x="634" y="5670"/>
                      <a:pt x="1061" y="5715"/>
                      <a:pt x="1467" y="5715"/>
                    </a:cubicBezTo>
                    <a:cubicBezTo>
                      <a:pt x="1711" y="5715"/>
                      <a:pt x="1947" y="5699"/>
                      <a:pt x="2151" y="5661"/>
                    </a:cubicBezTo>
                    <a:lnTo>
                      <a:pt x="5294" y="5661"/>
                    </a:lnTo>
                    <a:cubicBezTo>
                      <a:pt x="5471" y="5491"/>
                      <a:pt x="5498" y="5198"/>
                      <a:pt x="5451" y="4960"/>
                    </a:cubicBezTo>
                    <a:cubicBezTo>
                      <a:pt x="5410" y="4722"/>
                      <a:pt x="5308" y="4497"/>
                      <a:pt x="5274" y="4253"/>
                    </a:cubicBezTo>
                    <a:cubicBezTo>
                      <a:pt x="5192" y="3695"/>
                      <a:pt x="5485" y="3130"/>
                      <a:pt x="5416" y="2572"/>
                    </a:cubicBezTo>
                    <a:cubicBezTo>
                      <a:pt x="5348" y="1994"/>
                      <a:pt x="5117" y="1232"/>
                      <a:pt x="4716" y="824"/>
                    </a:cubicBezTo>
                    <a:cubicBezTo>
                      <a:pt x="4335" y="443"/>
                      <a:pt x="3695" y="0"/>
                      <a:pt x="291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91"/>
              <p:cNvSpPr/>
              <p:nvPr/>
            </p:nvSpPr>
            <p:spPr>
              <a:xfrm>
                <a:off x="7718299" y="1761504"/>
                <a:ext cx="167544" cy="72535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681" extrusionOk="0">
                    <a:moveTo>
                      <a:pt x="1" y="1"/>
                    </a:moveTo>
                    <a:lnTo>
                      <a:pt x="1" y="674"/>
                    </a:lnTo>
                    <a:lnTo>
                      <a:pt x="1572" y="681"/>
                    </a:lnTo>
                    <a:lnTo>
                      <a:pt x="1572" y="1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91"/>
              <p:cNvSpPr/>
              <p:nvPr/>
            </p:nvSpPr>
            <p:spPr>
              <a:xfrm>
                <a:off x="7592933" y="1265794"/>
                <a:ext cx="415292" cy="524042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20" extrusionOk="0">
                    <a:moveTo>
                      <a:pt x="1960" y="1"/>
                    </a:moveTo>
                    <a:cubicBezTo>
                      <a:pt x="1205" y="1"/>
                      <a:pt x="443" y="395"/>
                      <a:pt x="130" y="1123"/>
                    </a:cubicBezTo>
                    <a:cubicBezTo>
                      <a:pt x="0" y="1409"/>
                      <a:pt x="35" y="1695"/>
                      <a:pt x="35" y="2144"/>
                    </a:cubicBezTo>
                    <a:cubicBezTo>
                      <a:pt x="35" y="3505"/>
                      <a:pt x="851" y="4920"/>
                      <a:pt x="1960" y="4920"/>
                    </a:cubicBezTo>
                    <a:cubicBezTo>
                      <a:pt x="3076" y="4920"/>
                      <a:pt x="3885" y="3505"/>
                      <a:pt x="3885" y="2144"/>
                    </a:cubicBezTo>
                    <a:cubicBezTo>
                      <a:pt x="3885" y="1634"/>
                      <a:pt x="3899" y="1205"/>
                      <a:pt x="3695" y="865"/>
                    </a:cubicBezTo>
                    <a:cubicBezTo>
                      <a:pt x="3348" y="307"/>
                      <a:pt x="2627" y="1"/>
                      <a:pt x="19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91"/>
              <p:cNvSpPr/>
              <p:nvPr/>
            </p:nvSpPr>
            <p:spPr>
              <a:xfrm>
                <a:off x="7767933" y="1652009"/>
                <a:ext cx="74878" cy="15018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41" extrusionOk="0">
                    <a:moveTo>
                      <a:pt x="655" y="0"/>
                    </a:moveTo>
                    <a:cubicBezTo>
                      <a:pt x="652" y="0"/>
                      <a:pt x="648" y="1"/>
                      <a:pt x="643" y="1"/>
                    </a:cubicBezTo>
                    <a:cubicBezTo>
                      <a:pt x="562" y="15"/>
                      <a:pt x="473" y="22"/>
                      <a:pt x="392" y="22"/>
                    </a:cubicBezTo>
                    <a:cubicBezTo>
                      <a:pt x="364" y="23"/>
                      <a:pt x="338" y="24"/>
                      <a:pt x="311" y="24"/>
                    </a:cubicBezTo>
                    <a:cubicBezTo>
                      <a:pt x="238" y="24"/>
                      <a:pt x="167" y="18"/>
                      <a:pt x="92" y="8"/>
                    </a:cubicBezTo>
                    <a:cubicBezTo>
                      <a:pt x="75" y="8"/>
                      <a:pt x="57" y="6"/>
                      <a:pt x="42" y="6"/>
                    </a:cubicBezTo>
                    <a:cubicBezTo>
                      <a:pt x="16" y="6"/>
                      <a:pt x="0" y="12"/>
                      <a:pt x="18" y="42"/>
                    </a:cubicBezTo>
                    <a:cubicBezTo>
                      <a:pt x="72" y="90"/>
                      <a:pt x="147" y="124"/>
                      <a:pt x="222" y="130"/>
                    </a:cubicBezTo>
                    <a:cubicBezTo>
                      <a:pt x="262" y="137"/>
                      <a:pt x="305" y="141"/>
                      <a:pt x="348" y="141"/>
                    </a:cubicBezTo>
                    <a:cubicBezTo>
                      <a:pt x="390" y="141"/>
                      <a:pt x="433" y="137"/>
                      <a:pt x="473" y="130"/>
                    </a:cubicBezTo>
                    <a:cubicBezTo>
                      <a:pt x="548" y="124"/>
                      <a:pt x="616" y="90"/>
                      <a:pt x="678" y="49"/>
                    </a:cubicBezTo>
                    <a:cubicBezTo>
                      <a:pt x="702" y="30"/>
                      <a:pt x="693" y="0"/>
                      <a:pt x="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91"/>
              <p:cNvSpPr/>
              <p:nvPr/>
            </p:nvSpPr>
            <p:spPr>
              <a:xfrm>
                <a:off x="7736086" y="1772900"/>
                <a:ext cx="120040" cy="20557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93" extrusionOk="0">
                    <a:moveTo>
                      <a:pt x="47" y="0"/>
                    </a:moveTo>
                    <a:cubicBezTo>
                      <a:pt x="19" y="0"/>
                      <a:pt x="1" y="45"/>
                      <a:pt x="31" y="57"/>
                    </a:cubicBezTo>
                    <a:cubicBezTo>
                      <a:pt x="215" y="145"/>
                      <a:pt x="419" y="193"/>
                      <a:pt x="616" y="193"/>
                    </a:cubicBezTo>
                    <a:cubicBezTo>
                      <a:pt x="786" y="193"/>
                      <a:pt x="949" y="159"/>
                      <a:pt x="1099" y="104"/>
                    </a:cubicBezTo>
                    <a:cubicBezTo>
                      <a:pt x="1119" y="98"/>
                      <a:pt x="1126" y="77"/>
                      <a:pt x="1119" y="64"/>
                    </a:cubicBezTo>
                    <a:cubicBezTo>
                      <a:pt x="1113" y="50"/>
                      <a:pt x="1092" y="43"/>
                      <a:pt x="1079" y="43"/>
                    </a:cubicBezTo>
                    <a:cubicBezTo>
                      <a:pt x="928" y="102"/>
                      <a:pt x="770" y="131"/>
                      <a:pt x="613" y="131"/>
                    </a:cubicBezTo>
                    <a:cubicBezTo>
                      <a:pt x="423" y="131"/>
                      <a:pt x="233" y="88"/>
                      <a:pt x="58" y="2"/>
                    </a:cubicBezTo>
                    <a:cubicBezTo>
                      <a:pt x="54" y="1"/>
                      <a:pt x="51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91"/>
              <p:cNvSpPr/>
              <p:nvPr/>
            </p:nvSpPr>
            <p:spPr>
              <a:xfrm>
                <a:off x="7661527" y="1456558"/>
                <a:ext cx="95329" cy="30676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88" extrusionOk="0">
                    <a:moveTo>
                      <a:pt x="663" y="0"/>
                    </a:moveTo>
                    <a:cubicBezTo>
                      <a:pt x="633" y="0"/>
                      <a:pt x="601" y="2"/>
                      <a:pt x="568" y="6"/>
                    </a:cubicBezTo>
                    <a:cubicBezTo>
                      <a:pt x="397" y="13"/>
                      <a:pt x="241" y="60"/>
                      <a:pt x="105" y="156"/>
                    </a:cubicBezTo>
                    <a:cubicBezTo>
                      <a:pt x="0" y="233"/>
                      <a:pt x="7" y="288"/>
                      <a:pt x="75" y="288"/>
                    </a:cubicBezTo>
                    <a:cubicBezTo>
                      <a:pt x="91" y="288"/>
                      <a:pt x="110" y="285"/>
                      <a:pt x="132" y="278"/>
                    </a:cubicBezTo>
                    <a:cubicBezTo>
                      <a:pt x="268" y="251"/>
                      <a:pt x="404" y="224"/>
                      <a:pt x="547" y="217"/>
                    </a:cubicBezTo>
                    <a:cubicBezTo>
                      <a:pt x="704" y="203"/>
                      <a:pt x="833" y="237"/>
                      <a:pt x="867" y="128"/>
                    </a:cubicBezTo>
                    <a:cubicBezTo>
                      <a:pt x="895" y="39"/>
                      <a:pt x="799" y="0"/>
                      <a:pt x="663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91"/>
              <p:cNvSpPr/>
              <p:nvPr/>
            </p:nvSpPr>
            <p:spPr>
              <a:xfrm>
                <a:off x="7855593" y="1457836"/>
                <a:ext cx="97885" cy="2737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257" extrusionOk="0">
                    <a:moveTo>
                      <a:pt x="366" y="0"/>
                    </a:moveTo>
                    <a:cubicBezTo>
                      <a:pt x="354" y="0"/>
                      <a:pt x="342" y="0"/>
                      <a:pt x="331" y="1"/>
                    </a:cubicBezTo>
                    <a:cubicBezTo>
                      <a:pt x="317" y="0"/>
                      <a:pt x="304" y="0"/>
                      <a:pt x="291" y="0"/>
                    </a:cubicBezTo>
                    <a:cubicBezTo>
                      <a:pt x="121" y="0"/>
                      <a:pt x="0" y="42"/>
                      <a:pt x="38" y="144"/>
                    </a:cubicBezTo>
                    <a:cubicBezTo>
                      <a:pt x="61" y="200"/>
                      <a:pt x="109" y="213"/>
                      <a:pt x="174" y="213"/>
                    </a:cubicBezTo>
                    <a:cubicBezTo>
                      <a:pt x="226" y="213"/>
                      <a:pt x="288" y="205"/>
                      <a:pt x="358" y="205"/>
                    </a:cubicBezTo>
                    <a:cubicBezTo>
                      <a:pt x="501" y="212"/>
                      <a:pt x="637" y="225"/>
                      <a:pt x="780" y="253"/>
                    </a:cubicBezTo>
                    <a:cubicBezTo>
                      <a:pt x="795" y="255"/>
                      <a:pt x="809" y="256"/>
                      <a:pt x="821" y="256"/>
                    </a:cubicBezTo>
                    <a:cubicBezTo>
                      <a:pt x="903" y="256"/>
                      <a:pt x="918" y="200"/>
                      <a:pt x="800" y="123"/>
                    </a:cubicBezTo>
                    <a:cubicBezTo>
                      <a:pt x="668" y="41"/>
                      <a:pt x="517" y="0"/>
                      <a:pt x="366" y="0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91"/>
              <p:cNvSpPr/>
              <p:nvPr/>
            </p:nvSpPr>
            <p:spPr>
              <a:xfrm>
                <a:off x="7792431" y="1547733"/>
                <a:ext cx="51659" cy="74026"/>
              </a:xfrm>
              <a:custGeom>
                <a:avLst/>
                <a:gdLst/>
                <a:ahLst/>
                <a:cxnLst/>
                <a:rect l="l" t="t" r="r" b="b"/>
                <a:pathLst>
                  <a:path w="485" h="695" extrusionOk="0">
                    <a:moveTo>
                      <a:pt x="107" y="0"/>
                    </a:moveTo>
                    <a:cubicBezTo>
                      <a:pt x="87" y="0"/>
                      <a:pt x="73" y="7"/>
                      <a:pt x="73" y="28"/>
                    </a:cubicBezTo>
                    <a:cubicBezTo>
                      <a:pt x="73" y="41"/>
                      <a:pt x="87" y="62"/>
                      <a:pt x="101" y="62"/>
                    </a:cubicBezTo>
                    <a:cubicBezTo>
                      <a:pt x="485" y="75"/>
                      <a:pt x="451" y="637"/>
                      <a:pt x="95" y="637"/>
                    </a:cubicBezTo>
                    <a:cubicBezTo>
                      <a:pt x="80" y="637"/>
                      <a:pt x="63" y="636"/>
                      <a:pt x="46" y="633"/>
                    </a:cubicBezTo>
                    <a:cubicBezTo>
                      <a:pt x="44" y="633"/>
                      <a:pt x="42" y="633"/>
                      <a:pt x="40" y="633"/>
                    </a:cubicBezTo>
                    <a:cubicBezTo>
                      <a:pt x="5" y="633"/>
                      <a:pt x="1" y="688"/>
                      <a:pt x="39" y="688"/>
                    </a:cubicBezTo>
                    <a:lnTo>
                      <a:pt x="73" y="688"/>
                    </a:lnTo>
                    <a:lnTo>
                      <a:pt x="80" y="694"/>
                    </a:lnTo>
                    <a:cubicBezTo>
                      <a:pt x="257" y="688"/>
                      <a:pt x="400" y="552"/>
                      <a:pt x="420" y="381"/>
                    </a:cubicBezTo>
                    <a:cubicBezTo>
                      <a:pt x="434" y="191"/>
                      <a:pt x="298" y="21"/>
                      <a:pt x="1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91"/>
              <p:cNvSpPr/>
              <p:nvPr/>
            </p:nvSpPr>
            <p:spPr>
              <a:xfrm>
                <a:off x="7872635" y="1499909"/>
                <a:ext cx="26948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70" extrusionOk="0">
                    <a:moveTo>
                      <a:pt x="130" y="0"/>
                    </a:moveTo>
                    <a:cubicBezTo>
                      <a:pt x="55" y="0"/>
                      <a:pt x="1" y="102"/>
                      <a:pt x="1" y="232"/>
                    </a:cubicBezTo>
                    <a:cubicBezTo>
                      <a:pt x="1" y="361"/>
                      <a:pt x="55" y="470"/>
                      <a:pt x="130" y="470"/>
                    </a:cubicBezTo>
                    <a:cubicBezTo>
                      <a:pt x="198" y="470"/>
                      <a:pt x="252" y="361"/>
                      <a:pt x="252" y="232"/>
                    </a:cubicBezTo>
                    <a:cubicBezTo>
                      <a:pt x="252" y="102"/>
                      <a:pt x="198" y="0"/>
                      <a:pt x="1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91"/>
              <p:cNvSpPr/>
              <p:nvPr/>
            </p:nvSpPr>
            <p:spPr>
              <a:xfrm>
                <a:off x="7716168" y="1499909"/>
                <a:ext cx="26841" cy="50061"/>
              </a:xfrm>
              <a:custGeom>
                <a:avLst/>
                <a:gdLst/>
                <a:ahLst/>
                <a:cxnLst/>
                <a:rect l="l" t="t" r="r" b="b"/>
                <a:pathLst>
                  <a:path w="252" h="470" extrusionOk="0">
                    <a:moveTo>
                      <a:pt x="129" y="0"/>
                    </a:moveTo>
                    <a:cubicBezTo>
                      <a:pt x="55" y="0"/>
                      <a:pt x="0" y="102"/>
                      <a:pt x="0" y="232"/>
                    </a:cubicBezTo>
                    <a:cubicBezTo>
                      <a:pt x="0" y="361"/>
                      <a:pt x="61" y="470"/>
                      <a:pt x="129" y="470"/>
                    </a:cubicBezTo>
                    <a:cubicBezTo>
                      <a:pt x="197" y="470"/>
                      <a:pt x="252" y="361"/>
                      <a:pt x="252" y="232"/>
                    </a:cubicBezTo>
                    <a:cubicBezTo>
                      <a:pt x="252" y="102"/>
                      <a:pt x="197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91"/>
              <p:cNvSpPr/>
              <p:nvPr/>
            </p:nvSpPr>
            <p:spPr>
              <a:xfrm>
                <a:off x="7550861" y="1259297"/>
                <a:ext cx="4711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4423" h="3757" extrusionOk="0">
                    <a:moveTo>
                      <a:pt x="4287" y="2266"/>
                    </a:moveTo>
                    <a:cubicBezTo>
                      <a:pt x="4287" y="2266"/>
                      <a:pt x="4287" y="2266"/>
                      <a:pt x="4287" y="2266"/>
                    </a:cubicBezTo>
                    <a:cubicBezTo>
                      <a:pt x="4287" y="2266"/>
                      <a:pt x="4287" y="2266"/>
                      <a:pt x="4287" y="2266"/>
                    </a:cubicBezTo>
                    <a:close/>
                    <a:moveTo>
                      <a:pt x="2362" y="1"/>
                    </a:moveTo>
                    <a:cubicBezTo>
                      <a:pt x="1756" y="1"/>
                      <a:pt x="892" y="266"/>
                      <a:pt x="525" y="722"/>
                    </a:cubicBezTo>
                    <a:cubicBezTo>
                      <a:pt x="389" y="892"/>
                      <a:pt x="368" y="1164"/>
                      <a:pt x="355" y="1382"/>
                    </a:cubicBezTo>
                    <a:cubicBezTo>
                      <a:pt x="348" y="1552"/>
                      <a:pt x="239" y="1729"/>
                      <a:pt x="185" y="1892"/>
                    </a:cubicBezTo>
                    <a:cubicBezTo>
                      <a:pt x="123" y="2062"/>
                      <a:pt x="83" y="2246"/>
                      <a:pt x="42" y="2423"/>
                    </a:cubicBezTo>
                    <a:cubicBezTo>
                      <a:pt x="21" y="2518"/>
                      <a:pt x="8" y="2613"/>
                      <a:pt x="1" y="2715"/>
                    </a:cubicBezTo>
                    <a:cubicBezTo>
                      <a:pt x="8" y="2824"/>
                      <a:pt x="21" y="2940"/>
                      <a:pt x="49" y="3055"/>
                    </a:cubicBezTo>
                    <a:cubicBezTo>
                      <a:pt x="69" y="3137"/>
                      <a:pt x="96" y="3205"/>
                      <a:pt x="123" y="3280"/>
                    </a:cubicBezTo>
                    <a:cubicBezTo>
                      <a:pt x="151" y="3368"/>
                      <a:pt x="130" y="3470"/>
                      <a:pt x="151" y="3566"/>
                    </a:cubicBezTo>
                    <a:cubicBezTo>
                      <a:pt x="171" y="3668"/>
                      <a:pt x="253" y="3749"/>
                      <a:pt x="361" y="3756"/>
                    </a:cubicBezTo>
                    <a:cubicBezTo>
                      <a:pt x="436" y="3743"/>
                      <a:pt x="498" y="3702"/>
                      <a:pt x="538" y="3634"/>
                    </a:cubicBezTo>
                    <a:cubicBezTo>
                      <a:pt x="688" y="3436"/>
                      <a:pt x="756" y="3185"/>
                      <a:pt x="722" y="2933"/>
                    </a:cubicBezTo>
                    <a:cubicBezTo>
                      <a:pt x="702" y="2804"/>
                      <a:pt x="654" y="2681"/>
                      <a:pt x="620" y="2559"/>
                    </a:cubicBezTo>
                    <a:cubicBezTo>
                      <a:pt x="579" y="2348"/>
                      <a:pt x="566" y="2137"/>
                      <a:pt x="579" y="1926"/>
                    </a:cubicBezTo>
                    <a:cubicBezTo>
                      <a:pt x="593" y="1804"/>
                      <a:pt x="620" y="1681"/>
                      <a:pt x="654" y="1559"/>
                    </a:cubicBezTo>
                    <a:cubicBezTo>
                      <a:pt x="654" y="1559"/>
                      <a:pt x="824" y="1525"/>
                      <a:pt x="1021" y="1484"/>
                    </a:cubicBezTo>
                    <a:cubicBezTo>
                      <a:pt x="1246" y="1436"/>
                      <a:pt x="1709" y="1389"/>
                      <a:pt x="1770" y="1348"/>
                    </a:cubicBezTo>
                    <a:cubicBezTo>
                      <a:pt x="1831" y="1307"/>
                      <a:pt x="1831" y="824"/>
                      <a:pt x="1831" y="824"/>
                    </a:cubicBezTo>
                    <a:cubicBezTo>
                      <a:pt x="1831" y="824"/>
                      <a:pt x="1906" y="1273"/>
                      <a:pt x="1954" y="1314"/>
                    </a:cubicBezTo>
                    <a:cubicBezTo>
                      <a:pt x="1984" y="1345"/>
                      <a:pt x="2112" y="1353"/>
                      <a:pt x="2261" y="1353"/>
                    </a:cubicBezTo>
                    <a:cubicBezTo>
                      <a:pt x="2342" y="1353"/>
                      <a:pt x="2430" y="1350"/>
                      <a:pt x="2511" y="1348"/>
                    </a:cubicBezTo>
                    <a:cubicBezTo>
                      <a:pt x="2550" y="1347"/>
                      <a:pt x="2590" y="1346"/>
                      <a:pt x="2630" y="1346"/>
                    </a:cubicBezTo>
                    <a:cubicBezTo>
                      <a:pt x="2733" y="1346"/>
                      <a:pt x="2840" y="1349"/>
                      <a:pt x="2927" y="1349"/>
                    </a:cubicBezTo>
                    <a:cubicBezTo>
                      <a:pt x="3019" y="1349"/>
                      <a:pt x="3089" y="1346"/>
                      <a:pt x="3110" y="1334"/>
                    </a:cubicBezTo>
                    <a:cubicBezTo>
                      <a:pt x="3158" y="1300"/>
                      <a:pt x="3185" y="1062"/>
                      <a:pt x="3185" y="1062"/>
                    </a:cubicBezTo>
                    <a:cubicBezTo>
                      <a:pt x="3185" y="1062"/>
                      <a:pt x="3226" y="1300"/>
                      <a:pt x="3267" y="1341"/>
                    </a:cubicBezTo>
                    <a:cubicBezTo>
                      <a:pt x="3294" y="1368"/>
                      <a:pt x="3425" y="1380"/>
                      <a:pt x="3541" y="1380"/>
                    </a:cubicBezTo>
                    <a:cubicBezTo>
                      <a:pt x="3629" y="1380"/>
                      <a:pt x="3709" y="1373"/>
                      <a:pt x="3729" y="1361"/>
                    </a:cubicBezTo>
                    <a:cubicBezTo>
                      <a:pt x="3770" y="1334"/>
                      <a:pt x="3811" y="1001"/>
                      <a:pt x="3811" y="1001"/>
                    </a:cubicBezTo>
                    <a:cubicBezTo>
                      <a:pt x="3811" y="1001"/>
                      <a:pt x="3947" y="1484"/>
                      <a:pt x="3981" y="1627"/>
                    </a:cubicBezTo>
                    <a:cubicBezTo>
                      <a:pt x="4015" y="1776"/>
                      <a:pt x="4110" y="2103"/>
                      <a:pt x="4287" y="2266"/>
                    </a:cubicBezTo>
                    <a:lnTo>
                      <a:pt x="4287" y="2266"/>
                    </a:lnTo>
                    <a:cubicBezTo>
                      <a:pt x="4282" y="2255"/>
                      <a:pt x="4422" y="959"/>
                      <a:pt x="4253" y="722"/>
                    </a:cubicBezTo>
                    <a:cubicBezTo>
                      <a:pt x="3886" y="218"/>
                      <a:pt x="2994" y="1"/>
                      <a:pt x="2362" y="1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91"/>
              <p:cNvSpPr/>
              <p:nvPr/>
            </p:nvSpPr>
            <p:spPr>
              <a:xfrm>
                <a:off x="7946555" y="1500974"/>
                <a:ext cx="108110" cy="115034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080" extrusionOk="0">
                    <a:moveTo>
                      <a:pt x="558" y="0"/>
                    </a:moveTo>
                    <a:cubicBezTo>
                      <a:pt x="360" y="0"/>
                      <a:pt x="164" y="164"/>
                      <a:pt x="89" y="405"/>
                    </a:cubicBezTo>
                    <a:cubicBezTo>
                      <a:pt x="1" y="698"/>
                      <a:pt x="109" y="991"/>
                      <a:pt x="341" y="1065"/>
                    </a:cubicBezTo>
                    <a:cubicBezTo>
                      <a:pt x="375" y="1075"/>
                      <a:pt x="410" y="1080"/>
                      <a:pt x="445" y="1080"/>
                    </a:cubicBezTo>
                    <a:cubicBezTo>
                      <a:pt x="649" y="1080"/>
                      <a:pt x="844" y="915"/>
                      <a:pt x="926" y="671"/>
                    </a:cubicBezTo>
                    <a:cubicBezTo>
                      <a:pt x="1014" y="378"/>
                      <a:pt x="906" y="86"/>
                      <a:pt x="667" y="18"/>
                    </a:cubicBezTo>
                    <a:cubicBezTo>
                      <a:pt x="631" y="6"/>
                      <a:pt x="595" y="0"/>
                      <a:pt x="558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91"/>
              <p:cNvSpPr/>
              <p:nvPr/>
            </p:nvSpPr>
            <p:spPr>
              <a:xfrm>
                <a:off x="7579193" y="1626446"/>
                <a:ext cx="42072" cy="6049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68" extrusionOk="0">
                    <a:moveTo>
                      <a:pt x="356" y="0"/>
                    </a:moveTo>
                    <a:cubicBezTo>
                      <a:pt x="345" y="0"/>
                      <a:pt x="332" y="8"/>
                      <a:pt x="327" y="23"/>
                    </a:cubicBezTo>
                    <a:cubicBezTo>
                      <a:pt x="245" y="200"/>
                      <a:pt x="143" y="364"/>
                      <a:pt x="14" y="513"/>
                    </a:cubicBezTo>
                    <a:cubicBezTo>
                      <a:pt x="0" y="527"/>
                      <a:pt x="0" y="547"/>
                      <a:pt x="14" y="561"/>
                    </a:cubicBezTo>
                    <a:cubicBezTo>
                      <a:pt x="21" y="568"/>
                      <a:pt x="27" y="568"/>
                      <a:pt x="34" y="568"/>
                    </a:cubicBezTo>
                    <a:cubicBezTo>
                      <a:pt x="48" y="568"/>
                      <a:pt x="61" y="568"/>
                      <a:pt x="68" y="554"/>
                    </a:cubicBezTo>
                    <a:cubicBezTo>
                      <a:pt x="198" y="404"/>
                      <a:pt x="306" y="228"/>
                      <a:pt x="388" y="44"/>
                    </a:cubicBezTo>
                    <a:cubicBezTo>
                      <a:pt x="395" y="30"/>
                      <a:pt x="381" y="10"/>
                      <a:pt x="368" y="3"/>
                    </a:cubicBezTo>
                    <a:cubicBezTo>
                      <a:pt x="364" y="1"/>
                      <a:pt x="360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91"/>
              <p:cNvSpPr/>
              <p:nvPr/>
            </p:nvSpPr>
            <p:spPr>
              <a:xfrm>
                <a:off x="8014723" y="1675974"/>
                <a:ext cx="17468" cy="8201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770" extrusionOk="0">
                    <a:moveTo>
                      <a:pt x="27" y="1"/>
                    </a:moveTo>
                    <a:cubicBezTo>
                      <a:pt x="14" y="7"/>
                      <a:pt x="0" y="28"/>
                      <a:pt x="0" y="42"/>
                    </a:cubicBezTo>
                    <a:cubicBezTo>
                      <a:pt x="55" y="280"/>
                      <a:pt x="95" y="491"/>
                      <a:pt x="34" y="729"/>
                    </a:cubicBezTo>
                    <a:cubicBezTo>
                      <a:pt x="34" y="749"/>
                      <a:pt x="41" y="763"/>
                      <a:pt x="61" y="769"/>
                    </a:cubicBezTo>
                    <a:lnTo>
                      <a:pt x="68" y="769"/>
                    </a:lnTo>
                    <a:cubicBezTo>
                      <a:pt x="82" y="769"/>
                      <a:pt x="95" y="763"/>
                      <a:pt x="102" y="749"/>
                    </a:cubicBezTo>
                    <a:cubicBezTo>
                      <a:pt x="163" y="491"/>
                      <a:pt x="116" y="266"/>
                      <a:pt x="68" y="28"/>
                    </a:cubicBezTo>
                    <a:cubicBezTo>
                      <a:pt x="61" y="14"/>
                      <a:pt x="48" y="1"/>
                      <a:pt x="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91"/>
              <p:cNvSpPr/>
              <p:nvPr/>
            </p:nvSpPr>
            <p:spPr>
              <a:xfrm>
                <a:off x="7884245" y="1291144"/>
                <a:ext cx="10225" cy="70405"/>
              </a:xfrm>
              <a:custGeom>
                <a:avLst/>
                <a:gdLst/>
                <a:ahLst/>
                <a:cxnLst/>
                <a:rect l="l" t="t" r="r" b="b"/>
                <a:pathLst>
                  <a:path w="96" h="661" extrusionOk="0">
                    <a:moveTo>
                      <a:pt x="32" y="1"/>
                    </a:moveTo>
                    <a:cubicBezTo>
                      <a:pt x="16" y="1"/>
                      <a:pt x="1" y="13"/>
                      <a:pt x="1" y="35"/>
                    </a:cubicBezTo>
                    <a:cubicBezTo>
                      <a:pt x="21" y="232"/>
                      <a:pt x="28" y="430"/>
                      <a:pt x="28" y="627"/>
                    </a:cubicBezTo>
                    <a:cubicBezTo>
                      <a:pt x="28" y="647"/>
                      <a:pt x="41" y="661"/>
                      <a:pt x="62" y="661"/>
                    </a:cubicBezTo>
                    <a:cubicBezTo>
                      <a:pt x="82" y="661"/>
                      <a:pt x="96" y="647"/>
                      <a:pt x="96" y="627"/>
                    </a:cubicBezTo>
                    <a:cubicBezTo>
                      <a:pt x="96" y="430"/>
                      <a:pt x="82" y="226"/>
                      <a:pt x="62" y="28"/>
                    </a:cubicBezTo>
                    <a:cubicBezTo>
                      <a:pt x="59" y="9"/>
                      <a:pt x="45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91"/>
              <p:cNvSpPr/>
              <p:nvPr/>
            </p:nvSpPr>
            <p:spPr>
              <a:xfrm>
                <a:off x="7627017" y="1263877"/>
                <a:ext cx="64760" cy="7818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734" extrusionOk="0">
                    <a:moveTo>
                      <a:pt x="562" y="1"/>
                    </a:moveTo>
                    <a:cubicBezTo>
                      <a:pt x="557" y="1"/>
                      <a:pt x="551" y="2"/>
                      <a:pt x="545" y="5"/>
                    </a:cubicBezTo>
                    <a:cubicBezTo>
                      <a:pt x="286" y="155"/>
                      <a:pt x="89" y="400"/>
                      <a:pt x="7" y="692"/>
                    </a:cubicBezTo>
                    <a:cubicBezTo>
                      <a:pt x="0" y="706"/>
                      <a:pt x="14" y="726"/>
                      <a:pt x="27" y="733"/>
                    </a:cubicBezTo>
                    <a:lnTo>
                      <a:pt x="41" y="733"/>
                    </a:lnTo>
                    <a:cubicBezTo>
                      <a:pt x="48" y="733"/>
                      <a:pt x="61" y="720"/>
                      <a:pt x="68" y="713"/>
                    </a:cubicBezTo>
                    <a:cubicBezTo>
                      <a:pt x="150" y="441"/>
                      <a:pt x="334" y="209"/>
                      <a:pt x="579" y="60"/>
                    </a:cubicBezTo>
                    <a:cubicBezTo>
                      <a:pt x="607" y="42"/>
                      <a:pt x="592" y="1"/>
                      <a:pt x="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91"/>
              <p:cNvSpPr/>
              <p:nvPr/>
            </p:nvSpPr>
            <p:spPr>
              <a:xfrm>
                <a:off x="7769744" y="1210195"/>
                <a:ext cx="28545" cy="5357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503" extrusionOk="0">
                    <a:moveTo>
                      <a:pt x="223" y="0"/>
                    </a:moveTo>
                    <a:cubicBezTo>
                      <a:pt x="217" y="0"/>
                      <a:pt x="211" y="2"/>
                      <a:pt x="205" y="6"/>
                    </a:cubicBezTo>
                    <a:cubicBezTo>
                      <a:pt x="198" y="13"/>
                      <a:pt x="62" y="121"/>
                      <a:pt x="1" y="462"/>
                    </a:cubicBezTo>
                    <a:cubicBezTo>
                      <a:pt x="1" y="482"/>
                      <a:pt x="14" y="496"/>
                      <a:pt x="28" y="502"/>
                    </a:cubicBezTo>
                    <a:lnTo>
                      <a:pt x="35" y="502"/>
                    </a:lnTo>
                    <a:cubicBezTo>
                      <a:pt x="48" y="502"/>
                      <a:pt x="62" y="489"/>
                      <a:pt x="69" y="475"/>
                    </a:cubicBezTo>
                    <a:cubicBezTo>
                      <a:pt x="123" y="162"/>
                      <a:pt x="245" y="53"/>
                      <a:pt x="245" y="53"/>
                    </a:cubicBezTo>
                    <a:cubicBezTo>
                      <a:pt x="268" y="31"/>
                      <a:pt x="24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91"/>
              <p:cNvSpPr/>
              <p:nvPr/>
            </p:nvSpPr>
            <p:spPr>
              <a:xfrm>
                <a:off x="7784230" y="1252054"/>
                <a:ext cx="12462" cy="3994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75" extrusionOk="0">
                    <a:moveTo>
                      <a:pt x="89" y="1"/>
                    </a:moveTo>
                    <a:cubicBezTo>
                      <a:pt x="69" y="1"/>
                      <a:pt x="48" y="7"/>
                      <a:pt x="48" y="28"/>
                    </a:cubicBezTo>
                    <a:cubicBezTo>
                      <a:pt x="21" y="130"/>
                      <a:pt x="7" y="232"/>
                      <a:pt x="1" y="341"/>
                    </a:cubicBezTo>
                    <a:cubicBezTo>
                      <a:pt x="1" y="361"/>
                      <a:pt x="14" y="375"/>
                      <a:pt x="28" y="375"/>
                    </a:cubicBezTo>
                    <a:cubicBezTo>
                      <a:pt x="48" y="375"/>
                      <a:pt x="62" y="361"/>
                      <a:pt x="62" y="341"/>
                    </a:cubicBezTo>
                    <a:cubicBezTo>
                      <a:pt x="69" y="239"/>
                      <a:pt x="89" y="137"/>
                      <a:pt x="109" y="41"/>
                    </a:cubicBezTo>
                    <a:cubicBezTo>
                      <a:pt x="116" y="21"/>
                      <a:pt x="103" y="7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91"/>
              <p:cNvSpPr/>
              <p:nvPr/>
            </p:nvSpPr>
            <p:spPr>
              <a:xfrm>
                <a:off x="7997255" y="1383917"/>
                <a:ext cx="53043" cy="9362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879" extrusionOk="0">
                    <a:moveTo>
                      <a:pt x="28" y="1"/>
                    </a:moveTo>
                    <a:cubicBezTo>
                      <a:pt x="14" y="8"/>
                      <a:pt x="1" y="21"/>
                      <a:pt x="1" y="42"/>
                    </a:cubicBezTo>
                    <a:cubicBezTo>
                      <a:pt x="69" y="348"/>
                      <a:pt x="219" y="634"/>
                      <a:pt x="436" y="865"/>
                    </a:cubicBezTo>
                    <a:cubicBezTo>
                      <a:pt x="443" y="872"/>
                      <a:pt x="457" y="879"/>
                      <a:pt x="464" y="879"/>
                    </a:cubicBezTo>
                    <a:cubicBezTo>
                      <a:pt x="470" y="879"/>
                      <a:pt x="477" y="872"/>
                      <a:pt x="484" y="865"/>
                    </a:cubicBezTo>
                    <a:cubicBezTo>
                      <a:pt x="498" y="851"/>
                      <a:pt x="498" y="831"/>
                      <a:pt x="484" y="817"/>
                    </a:cubicBezTo>
                    <a:cubicBezTo>
                      <a:pt x="280" y="600"/>
                      <a:pt x="130" y="327"/>
                      <a:pt x="69" y="28"/>
                    </a:cubicBezTo>
                    <a:cubicBezTo>
                      <a:pt x="62" y="14"/>
                      <a:pt x="49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91"/>
              <p:cNvSpPr/>
              <p:nvPr/>
            </p:nvSpPr>
            <p:spPr>
              <a:xfrm>
                <a:off x="7690073" y="1833293"/>
                <a:ext cx="259464" cy="184160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729" extrusionOk="0">
                    <a:moveTo>
                      <a:pt x="266" y="0"/>
                    </a:moveTo>
                    <a:lnTo>
                      <a:pt x="0" y="75"/>
                    </a:lnTo>
                    <a:lnTo>
                      <a:pt x="334" y="1728"/>
                    </a:lnTo>
                    <a:lnTo>
                      <a:pt x="1402" y="1708"/>
                    </a:lnTo>
                    <a:lnTo>
                      <a:pt x="2436" y="490"/>
                    </a:lnTo>
                    <a:lnTo>
                      <a:pt x="2109" y="61"/>
                    </a:lnTo>
                    <a:lnTo>
                      <a:pt x="1837" y="7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91"/>
              <p:cNvSpPr/>
              <p:nvPr/>
            </p:nvSpPr>
            <p:spPr>
              <a:xfrm>
                <a:off x="7293420" y="2002009"/>
                <a:ext cx="297809" cy="48899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4591" extrusionOk="0">
                    <a:moveTo>
                      <a:pt x="2176" y="1"/>
                    </a:moveTo>
                    <a:cubicBezTo>
                      <a:pt x="2018" y="1"/>
                      <a:pt x="1840" y="91"/>
                      <a:pt x="1669" y="301"/>
                    </a:cubicBezTo>
                    <a:cubicBezTo>
                      <a:pt x="1118" y="981"/>
                      <a:pt x="561" y="2648"/>
                      <a:pt x="234" y="3478"/>
                    </a:cubicBezTo>
                    <a:cubicBezTo>
                      <a:pt x="1" y="4059"/>
                      <a:pt x="394" y="4590"/>
                      <a:pt x="878" y="4590"/>
                    </a:cubicBezTo>
                    <a:cubicBezTo>
                      <a:pt x="1085" y="4590"/>
                      <a:pt x="1308" y="4493"/>
                      <a:pt x="1506" y="4260"/>
                    </a:cubicBezTo>
                    <a:cubicBezTo>
                      <a:pt x="2166" y="3485"/>
                      <a:pt x="2445" y="1859"/>
                      <a:pt x="2649" y="1035"/>
                    </a:cubicBezTo>
                    <a:cubicBezTo>
                      <a:pt x="2796" y="464"/>
                      <a:pt x="2535" y="1"/>
                      <a:pt x="2176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91"/>
              <p:cNvSpPr/>
              <p:nvPr/>
            </p:nvSpPr>
            <p:spPr>
              <a:xfrm>
                <a:off x="7319729" y="1841175"/>
                <a:ext cx="370450" cy="535651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5029" extrusionOk="0">
                    <a:moveTo>
                      <a:pt x="3477" y="1"/>
                    </a:moveTo>
                    <a:lnTo>
                      <a:pt x="3477" y="1"/>
                    </a:lnTo>
                    <a:cubicBezTo>
                      <a:pt x="3477" y="1"/>
                      <a:pt x="2157" y="171"/>
                      <a:pt x="1654" y="538"/>
                    </a:cubicBezTo>
                    <a:cubicBezTo>
                      <a:pt x="1239" y="838"/>
                      <a:pt x="1" y="3811"/>
                      <a:pt x="1" y="3811"/>
                    </a:cubicBezTo>
                    <a:cubicBezTo>
                      <a:pt x="1" y="3811"/>
                      <a:pt x="1041" y="4879"/>
                      <a:pt x="2062" y="5029"/>
                    </a:cubicBezTo>
                    <a:lnTo>
                      <a:pt x="3287" y="3205"/>
                    </a:lnTo>
                    <a:lnTo>
                      <a:pt x="347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91"/>
              <p:cNvSpPr/>
              <p:nvPr/>
            </p:nvSpPr>
            <p:spPr>
              <a:xfrm>
                <a:off x="7472681" y="1839790"/>
                <a:ext cx="742073" cy="1007395"/>
              </a:xfrm>
              <a:custGeom>
                <a:avLst/>
                <a:gdLst/>
                <a:ahLst/>
                <a:cxnLst/>
                <a:rect l="l" t="t" r="r" b="b"/>
                <a:pathLst>
                  <a:path w="6967" h="9458" extrusionOk="0">
                    <a:moveTo>
                      <a:pt x="4150" y="0"/>
                    </a:moveTo>
                    <a:cubicBezTo>
                      <a:pt x="4150" y="0"/>
                      <a:pt x="3952" y="865"/>
                      <a:pt x="3134" y="865"/>
                    </a:cubicBezTo>
                    <a:cubicBezTo>
                      <a:pt x="3121" y="865"/>
                      <a:pt x="3109" y="865"/>
                      <a:pt x="3096" y="864"/>
                    </a:cubicBezTo>
                    <a:cubicBezTo>
                      <a:pt x="2245" y="837"/>
                      <a:pt x="2041" y="14"/>
                      <a:pt x="2041" y="14"/>
                    </a:cubicBezTo>
                    <a:cubicBezTo>
                      <a:pt x="2041" y="14"/>
                      <a:pt x="1504" y="150"/>
                      <a:pt x="1089" y="1082"/>
                    </a:cubicBezTo>
                    <a:cubicBezTo>
                      <a:pt x="674" y="2007"/>
                      <a:pt x="667" y="3116"/>
                      <a:pt x="592" y="3960"/>
                    </a:cubicBezTo>
                    <a:cubicBezTo>
                      <a:pt x="517" y="4804"/>
                      <a:pt x="0" y="9205"/>
                      <a:pt x="0" y="9205"/>
                    </a:cubicBezTo>
                    <a:cubicBezTo>
                      <a:pt x="1218" y="9362"/>
                      <a:pt x="2449" y="9450"/>
                      <a:pt x="3681" y="9457"/>
                    </a:cubicBezTo>
                    <a:cubicBezTo>
                      <a:pt x="4783" y="9457"/>
                      <a:pt x="5885" y="9348"/>
                      <a:pt x="6967" y="9124"/>
                    </a:cubicBezTo>
                    <a:lnTo>
                      <a:pt x="5776" y="1300"/>
                    </a:lnTo>
                    <a:lnTo>
                      <a:pt x="41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91"/>
              <p:cNvSpPr/>
              <p:nvPr/>
            </p:nvSpPr>
            <p:spPr>
              <a:xfrm>
                <a:off x="8013977" y="1973783"/>
                <a:ext cx="359480" cy="460347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4322" extrusionOk="0">
                    <a:moveTo>
                      <a:pt x="1300" y="1"/>
                    </a:moveTo>
                    <a:lnTo>
                      <a:pt x="0" y="987"/>
                    </a:lnTo>
                    <a:cubicBezTo>
                      <a:pt x="0" y="987"/>
                      <a:pt x="1722" y="4001"/>
                      <a:pt x="2212" y="4260"/>
                    </a:cubicBezTo>
                    <a:cubicBezTo>
                      <a:pt x="2291" y="4302"/>
                      <a:pt x="2377" y="4322"/>
                      <a:pt x="2463" y="4322"/>
                    </a:cubicBezTo>
                    <a:cubicBezTo>
                      <a:pt x="2909" y="4322"/>
                      <a:pt x="3375" y="3803"/>
                      <a:pt x="3130" y="3165"/>
                    </a:cubicBezTo>
                    <a:cubicBezTo>
                      <a:pt x="2831" y="2403"/>
                      <a:pt x="1300" y="1"/>
                      <a:pt x="130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91"/>
              <p:cNvSpPr/>
              <p:nvPr/>
            </p:nvSpPr>
            <p:spPr>
              <a:xfrm>
                <a:off x="7914708" y="1839790"/>
                <a:ext cx="415292" cy="530539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4981" extrusionOk="0">
                    <a:moveTo>
                      <a:pt x="0" y="0"/>
                    </a:moveTo>
                    <a:lnTo>
                      <a:pt x="225" y="2511"/>
                    </a:lnTo>
                    <a:lnTo>
                      <a:pt x="2171" y="4980"/>
                    </a:lnTo>
                    <a:cubicBezTo>
                      <a:pt x="2899" y="4627"/>
                      <a:pt x="3511" y="4225"/>
                      <a:pt x="3899" y="3327"/>
                    </a:cubicBezTo>
                    <a:cubicBezTo>
                      <a:pt x="3892" y="3327"/>
                      <a:pt x="2729" y="932"/>
                      <a:pt x="2198" y="551"/>
                    </a:cubicBezTo>
                    <a:cubicBezTo>
                      <a:pt x="1660" y="16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91"/>
              <p:cNvSpPr/>
              <p:nvPr/>
            </p:nvSpPr>
            <p:spPr>
              <a:xfrm>
                <a:off x="7339327" y="2050685"/>
                <a:ext cx="500822" cy="437766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110" extrusionOk="0">
                    <a:moveTo>
                      <a:pt x="4457" y="0"/>
                    </a:moveTo>
                    <a:cubicBezTo>
                      <a:pt x="2021" y="1334"/>
                      <a:pt x="0" y="2681"/>
                      <a:pt x="0" y="2681"/>
                    </a:cubicBezTo>
                    <a:lnTo>
                      <a:pt x="633" y="4109"/>
                    </a:lnTo>
                    <a:cubicBezTo>
                      <a:pt x="2368" y="3531"/>
                      <a:pt x="4702" y="633"/>
                      <a:pt x="4702" y="633"/>
                    </a:cubicBezTo>
                    <a:lnTo>
                      <a:pt x="4457" y="0"/>
                    </a:ln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91"/>
              <p:cNvSpPr/>
              <p:nvPr/>
            </p:nvSpPr>
            <p:spPr>
              <a:xfrm>
                <a:off x="7808195" y="2086899"/>
                <a:ext cx="529793" cy="345740"/>
              </a:xfrm>
              <a:custGeom>
                <a:avLst/>
                <a:gdLst/>
                <a:ahLst/>
                <a:cxnLst/>
                <a:rect l="l" t="t" r="r" b="b"/>
                <a:pathLst>
                  <a:path w="4974" h="3246" extrusionOk="0">
                    <a:moveTo>
                      <a:pt x="354" y="0"/>
                    </a:moveTo>
                    <a:lnTo>
                      <a:pt x="0" y="626"/>
                    </a:lnTo>
                    <a:cubicBezTo>
                      <a:pt x="0" y="626"/>
                      <a:pt x="1987" y="2388"/>
                      <a:pt x="4273" y="3246"/>
                    </a:cubicBezTo>
                    <a:lnTo>
                      <a:pt x="4974" y="1953"/>
                    </a:lnTo>
                    <a:cubicBezTo>
                      <a:pt x="3504" y="1143"/>
                      <a:pt x="1953" y="490"/>
                      <a:pt x="354" y="0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91"/>
              <p:cNvSpPr/>
              <p:nvPr/>
            </p:nvSpPr>
            <p:spPr>
              <a:xfrm>
                <a:off x="7813947" y="1885697"/>
                <a:ext cx="229854" cy="231771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2176" extrusionOk="0">
                    <a:moveTo>
                      <a:pt x="2060" y="1"/>
                    </a:moveTo>
                    <a:cubicBezTo>
                      <a:pt x="1984" y="1"/>
                      <a:pt x="1838" y="114"/>
                      <a:pt x="1586" y="304"/>
                    </a:cubicBezTo>
                    <a:cubicBezTo>
                      <a:pt x="1293" y="535"/>
                      <a:pt x="946" y="712"/>
                      <a:pt x="865" y="767"/>
                    </a:cubicBezTo>
                    <a:cubicBezTo>
                      <a:pt x="790" y="821"/>
                      <a:pt x="586" y="1052"/>
                      <a:pt x="429" y="1216"/>
                    </a:cubicBezTo>
                    <a:cubicBezTo>
                      <a:pt x="300" y="1338"/>
                      <a:pt x="150" y="1454"/>
                      <a:pt x="1" y="1549"/>
                    </a:cubicBezTo>
                    <a:lnTo>
                      <a:pt x="246" y="2175"/>
                    </a:lnTo>
                    <a:cubicBezTo>
                      <a:pt x="388" y="2100"/>
                      <a:pt x="579" y="2087"/>
                      <a:pt x="769" y="1985"/>
                    </a:cubicBezTo>
                    <a:cubicBezTo>
                      <a:pt x="960" y="1889"/>
                      <a:pt x="1008" y="1828"/>
                      <a:pt x="1212" y="1604"/>
                    </a:cubicBezTo>
                    <a:cubicBezTo>
                      <a:pt x="1423" y="1372"/>
                      <a:pt x="1484" y="1182"/>
                      <a:pt x="1586" y="1046"/>
                    </a:cubicBezTo>
                    <a:cubicBezTo>
                      <a:pt x="1695" y="910"/>
                      <a:pt x="1797" y="774"/>
                      <a:pt x="1892" y="631"/>
                    </a:cubicBezTo>
                    <a:cubicBezTo>
                      <a:pt x="1912" y="576"/>
                      <a:pt x="1926" y="515"/>
                      <a:pt x="1926" y="461"/>
                    </a:cubicBezTo>
                    <a:cubicBezTo>
                      <a:pt x="2157" y="236"/>
                      <a:pt x="2144" y="32"/>
                      <a:pt x="2082" y="5"/>
                    </a:cubicBezTo>
                    <a:cubicBezTo>
                      <a:pt x="2076" y="2"/>
                      <a:pt x="2069" y="1"/>
                      <a:pt x="2060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91"/>
              <p:cNvSpPr/>
              <p:nvPr/>
            </p:nvSpPr>
            <p:spPr>
              <a:xfrm>
                <a:off x="7958910" y="1926704"/>
                <a:ext cx="64653" cy="51552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84" extrusionOk="0">
                    <a:moveTo>
                      <a:pt x="490" y="1"/>
                    </a:moveTo>
                    <a:cubicBezTo>
                      <a:pt x="443" y="1"/>
                      <a:pt x="402" y="35"/>
                      <a:pt x="347" y="96"/>
                    </a:cubicBezTo>
                    <a:cubicBezTo>
                      <a:pt x="279" y="157"/>
                      <a:pt x="28" y="423"/>
                      <a:pt x="14" y="436"/>
                    </a:cubicBezTo>
                    <a:cubicBezTo>
                      <a:pt x="0" y="443"/>
                      <a:pt x="0" y="463"/>
                      <a:pt x="14" y="477"/>
                    </a:cubicBezTo>
                    <a:cubicBezTo>
                      <a:pt x="21" y="484"/>
                      <a:pt x="28" y="484"/>
                      <a:pt x="34" y="484"/>
                    </a:cubicBezTo>
                    <a:cubicBezTo>
                      <a:pt x="41" y="484"/>
                      <a:pt x="55" y="484"/>
                      <a:pt x="62" y="477"/>
                    </a:cubicBezTo>
                    <a:cubicBezTo>
                      <a:pt x="62" y="477"/>
                      <a:pt x="320" y="205"/>
                      <a:pt x="388" y="137"/>
                    </a:cubicBezTo>
                    <a:cubicBezTo>
                      <a:pt x="429" y="96"/>
                      <a:pt x="463" y="62"/>
                      <a:pt x="490" y="62"/>
                    </a:cubicBezTo>
                    <a:cubicBezTo>
                      <a:pt x="504" y="62"/>
                      <a:pt x="517" y="76"/>
                      <a:pt x="545" y="96"/>
                    </a:cubicBezTo>
                    <a:cubicBezTo>
                      <a:pt x="551" y="102"/>
                      <a:pt x="558" y="105"/>
                      <a:pt x="565" y="105"/>
                    </a:cubicBezTo>
                    <a:cubicBezTo>
                      <a:pt x="587" y="105"/>
                      <a:pt x="606" y="76"/>
                      <a:pt x="585" y="55"/>
                    </a:cubicBezTo>
                    <a:cubicBezTo>
                      <a:pt x="558" y="28"/>
                      <a:pt x="524" y="8"/>
                      <a:pt x="4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91"/>
              <p:cNvSpPr/>
              <p:nvPr/>
            </p:nvSpPr>
            <p:spPr>
              <a:xfrm>
                <a:off x="7941549" y="1883034"/>
                <a:ext cx="93624" cy="822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72" extrusionOk="0">
                    <a:moveTo>
                      <a:pt x="828" y="0"/>
                    </a:moveTo>
                    <a:cubicBezTo>
                      <a:pt x="821" y="0"/>
                      <a:pt x="814" y="3"/>
                      <a:pt x="810" y="9"/>
                    </a:cubicBezTo>
                    <a:cubicBezTo>
                      <a:pt x="728" y="118"/>
                      <a:pt x="633" y="213"/>
                      <a:pt x="537" y="309"/>
                    </a:cubicBezTo>
                    <a:cubicBezTo>
                      <a:pt x="408" y="431"/>
                      <a:pt x="20" y="717"/>
                      <a:pt x="20" y="717"/>
                    </a:cubicBezTo>
                    <a:cubicBezTo>
                      <a:pt x="0" y="737"/>
                      <a:pt x="7" y="771"/>
                      <a:pt x="41" y="771"/>
                    </a:cubicBezTo>
                    <a:cubicBezTo>
                      <a:pt x="48" y="771"/>
                      <a:pt x="48" y="771"/>
                      <a:pt x="54" y="764"/>
                    </a:cubicBezTo>
                    <a:cubicBezTo>
                      <a:pt x="75" y="758"/>
                      <a:pt x="449" y="472"/>
                      <a:pt x="578" y="356"/>
                    </a:cubicBezTo>
                    <a:cubicBezTo>
                      <a:pt x="674" y="261"/>
                      <a:pt x="769" y="152"/>
                      <a:pt x="857" y="50"/>
                    </a:cubicBezTo>
                    <a:cubicBezTo>
                      <a:pt x="878" y="29"/>
                      <a:pt x="851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91"/>
              <p:cNvSpPr/>
              <p:nvPr/>
            </p:nvSpPr>
            <p:spPr>
              <a:xfrm>
                <a:off x="7626272" y="1903378"/>
                <a:ext cx="219629" cy="250304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350" extrusionOk="0">
                    <a:moveTo>
                      <a:pt x="114" y="1"/>
                    </a:moveTo>
                    <a:cubicBezTo>
                      <a:pt x="110" y="1"/>
                      <a:pt x="106" y="1"/>
                      <a:pt x="103" y="2"/>
                    </a:cubicBezTo>
                    <a:cubicBezTo>
                      <a:pt x="34" y="22"/>
                      <a:pt x="0" y="227"/>
                      <a:pt x="218" y="471"/>
                    </a:cubicBezTo>
                    <a:cubicBezTo>
                      <a:pt x="205" y="526"/>
                      <a:pt x="211" y="587"/>
                      <a:pt x="232" y="642"/>
                    </a:cubicBezTo>
                    <a:cubicBezTo>
                      <a:pt x="307" y="798"/>
                      <a:pt x="395" y="948"/>
                      <a:pt x="490" y="1091"/>
                    </a:cubicBezTo>
                    <a:cubicBezTo>
                      <a:pt x="579" y="1233"/>
                      <a:pt x="674" y="1478"/>
                      <a:pt x="858" y="1723"/>
                    </a:cubicBezTo>
                    <a:cubicBezTo>
                      <a:pt x="1041" y="1968"/>
                      <a:pt x="1035" y="1995"/>
                      <a:pt x="1211" y="2111"/>
                    </a:cubicBezTo>
                    <a:cubicBezTo>
                      <a:pt x="1382" y="2227"/>
                      <a:pt x="1579" y="2261"/>
                      <a:pt x="1708" y="2349"/>
                    </a:cubicBezTo>
                    <a:lnTo>
                      <a:pt x="2062" y="1723"/>
                    </a:lnTo>
                    <a:cubicBezTo>
                      <a:pt x="1899" y="1628"/>
                      <a:pt x="1749" y="1512"/>
                      <a:pt x="1627" y="1370"/>
                    </a:cubicBezTo>
                    <a:cubicBezTo>
                      <a:pt x="1490" y="1199"/>
                      <a:pt x="1307" y="948"/>
                      <a:pt x="1239" y="886"/>
                    </a:cubicBezTo>
                    <a:cubicBezTo>
                      <a:pt x="1001" y="716"/>
                      <a:pt x="776" y="539"/>
                      <a:pt x="565" y="349"/>
                    </a:cubicBezTo>
                    <a:cubicBezTo>
                      <a:pt x="320" y="123"/>
                      <a:pt x="191" y="1"/>
                      <a:pt x="114" y="1"/>
                    </a:cubicBezTo>
                    <a:close/>
                  </a:path>
                </a:pathLst>
              </a:custGeom>
              <a:solidFill>
                <a:srgbClr val="904B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91"/>
              <p:cNvSpPr/>
              <p:nvPr/>
            </p:nvSpPr>
            <p:spPr>
              <a:xfrm>
                <a:off x="7645125" y="1946303"/>
                <a:ext cx="58795" cy="5666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32" extrusionOk="0">
                    <a:moveTo>
                      <a:pt x="116" y="0"/>
                    </a:moveTo>
                    <a:cubicBezTo>
                      <a:pt x="75" y="0"/>
                      <a:pt x="41" y="14"/>
                      <a:pt x="14" y="41"/>
                    </a:cubicBezTo>
                    <a:cubicBezTo>
                      <a:pt x="0" y="55"/>
                      <a:pt x="0" y="75"/>
                      <a:pt x="14" y="89"/>
                    </a:cubicBezTo>
                    <a:cubicBezTo>
                      <a:pt x="21" y="92"/>
                      <a:pt x="29" y="94"/>
                      <a:pt x="37" y="94"/>
                    </a:cubicBezTo>
                    <a:cubicBezTo>
                      <a:pt x="45" y="94"/>
                      <a:pt x="51" y="92"/>
                      <a:pt x="55" y="89"/>
                    </a:cubicBezTo>
                    <a:cubicBezTo>
                      <a:pt x="75" y="68"/>
                      <a:pt x="96" y="62"/>
                      <a:pt x="116" y="62"/>
                    </a:cubicBezTo>
                    <a:cubicBezTo>
                      <a:pt x="136" y="62"/>
                      <a:pt x="170" y="96"/>
                      <a:pt x="204" y="143"/>
                    </a:cubicBezTo>
                    <a:cubicBezTo>
                      <a:pt x="266" y="218"/>
                      <a:pt x="504" y="517"/>
                      <a:pt x="504" y="517"/>
                    </a:cubicBezTo>
                    <a:cubicBezTo>
                      <a:pt x="504" y="524"/>
                      <a:pt x="517" y="531"/>
                      <a:pt x="524" y="531"/>
                    </a:cubicBezTo>
                    <a:cubicBezTo>
                      <a:pt x="531" y="531"/>
                      <a:pt x="531" y="524"/>
                      <a:pt x="538" y="524"/>
                    </a:cubicBezTo>
                    <a:cubicBezTo>
                      <a:pt x="551" y="517"/>
                      <a:pt x="551" y="497"/>
                      <a:pt x="545" y="483"/>
                    </a:cubicBezTo>
                    <a:cubicBezTo>
                      <a:pt x="531" y="470"/>
                      <a:pt x="313" y="184"/>
                      <a:pt x="245" y="109"/>
                    </a:cubicBezTo>
                    <a:cubicBezTo>
                      <a:pt x="198" y="48"/>
                      <a:pt x="164" y="7"/>
                      <a:pt x="1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91"/>
              <p:cNvSpPr/>
              <p:nvPr/>
            </p:nvSpPr>
            <p:spPr>
              <a:xfrm>
                <a:off x="7637988" y="1901355"/>
                <a:ext cx="84784" cy="90749"/>
              </a:xfrm>
              <a:custGeom>
                <a:avLst/>
                <a:gdLst/>
                <a:ahLst/>
                <a:cxnLst/>
                <a:rect l="l" t="t" r="r" b="b"/>
                <a:pathLst>
                  <a:path w="796" h="852" extrusionOk="0">
                    <a:moveTo>
                      <a:pt x="44" y="0"/>
                    </a:moveTo>
                    <a:cubicBezTo>
                      <a:pt x="22" y="0"/>
                      <a:pt x="0" y="24"/>
                      <a:pt x="20" y="48"/>
                    </a:cubicBezTo>
                    <a:cubicBezTo>
                      <a:pt x="95" y="164"/>
                      <a:pt x="176" y="273"/>
                      <a:pt x="265" y="382"/>
                    </a:cubicBezTo>
                    <a:cubicBezTo>
                      <a:pt x="380" y="511"/>
                      <a:pt x="727" y="831"/>
                      <a:pt x="741" y="844"/>
                    </a:cubicBezTo>
                    <a:cubicBezTo>
                      <a:pt x="748" y="851"/>
                      <a:pt x="755" y="851"/>
                      <a:pt x="761" y="851"/>
                    </a:cubicBezTo>
                    <a:cubicBezTo>
                      <a:pt x="775" y="851"/>
                      <a:pt x="782" y="844"/>
                      <a:pt x="782" y="844"/>
                    </a:cubicBezTo>
                    <a:cubicBezTo>
                      <a:pt x="795" y="831"/>
                      <a:pt x="795" y="810"/>
                      <a:pt x="782" y="797"/>
                    </a:cubicBezTo>
                    <a:cubicBezTo>
                      <a:pt x="782" y="797"/>
                      <a:pt x="428" y="470"/>
                      <a:pt x="312" y="341"/>
                    </a:cubicBezTo>
                    <a:cubicBezTo>
                      <a:pt x="224" y="239"/>
                      <a:pt x="142" y="130"/>
                      <a:pt x="67" y="14"/>
                    </a:cubicBezTo>
                    <a:cubicBezTo>
                      <a:pt x="61" y="4"/>
                      <a:pt x="52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91"/>
              <p:cNvSpPr/>
              <p:nvPr/>
            </p:nvSpPr>
            <p:spPr>
              <a:xfrm>
                <a:off x="7725648" y="2098509"/>
                <a:ext cx="81908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769" h="525" extrusionOk="0">
                    <a:moveTo>
                      <a:pt x="43" y="1"/>
                    </a:moveTo>
                    <a:cubicBezTo>
                      <a:pt x="20" y="1"/>
                      <a:pt x="0" y="28"/>
                      <a:pt x="20" y="48"/>
                    </a:cubicBezTo>
                    <a:cubicBezTo>
                      <a:pt x="115" y="163"/>
                      <a:pt x="238" y="252"/>
                      <a:pt x="374" y="306"/>
                    </a:cubicBezTo>
                    <a:cubicBezTo>
                      <a:pt x="503" y="354"/>
                      <a:pt x="619" y="422"/>
                      <a:pt x="714" y="517"/>
                    </a:cubicBezTo>
                    <a:cubicBezTo>
                      <a:pt x="721" y="517"/>
                      <a:pt x="728" y="524"/>
                      <a:pt x="734" y="524"/>
                    </a:cubicBezTo>
                    <a:cubicBezTo>
                      <a:pt x="748" y="524"/>
                      <a:pt x="755" y="524"/>
                      <a:pt x="762" y="517"/>
                    </a:cubicBezTo>
                    <a:cubicBezTo>
                      <a:pt x="768" y="504"/>
                      <a:pt x="768" y="483"/>
                      <a:pt x="762" y="476"/>
                    </a:cubicBezTo>
                    <a:cubicBezTo>
                      <a:pt x="653" y="374"/>
                      <a:pt x="530" y="300"/>
                      <a:pt x="394" y="252"/>
                    </a:cubicBezTo>
                    <a:cubicBezTo>
                      <a:pt x="265" y="197"/>
                      <a:pt x="149" y="116"/>
                      <a:pt x="68" y="14"/>
                    </a:cubicBezTo>
                    <a:cubicBezTo>
                      <a:pt x="60" y="5"/>
                      <a:pt x="51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91"/>
              <p:cNvSpPr/>
              <p:nvPr/>
            </p:nvSpPr>
            <p:spPr>
              <a:xfrm>
                <a:off x="7861025" y="2712447"/>
                <a:ext cx="282045" cy="8755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822" extrusionOk="0">
                    <a:moveTo>
                      <a:pt x="38" y="0"/>
                    </a:moveTo>
                    <a:cubicBezTo>
                      <a:pt x="24" y="0"/>
                      <a:pt x="13" y="11"/>
                      <a:pt x="8" y="26"/>
                    </a:cubicBezTo>
                    <a:cubicBezTo>
                      <a:pt x="1" y="46"/>
                      <a:pt x="8" y="67"/>
                      <a:pt x="28" y="74"/>
                    </a:cubicBezTo>
                    <a:cubicBezTo>
                      <a:pt x="42" y="80"/>
                      <a:pt x="1559" y="666"/>
                      <a:pt x="2600" y="822"/>
                    </a:cubicBezTo>
                    <a:lnTo>
                      <a:pt x="2607" y="822"/>
                    </a:lnTo>
                    <a:cubicBezTo>
                      <a:pt x="2627" y="822"/>
                      <a:pt x="2641" y="808"/>
                      <a:pt x="2647" y="788"/>
                    </a:cubicBezTo>
                    <a:cubicBezTo>
                      <a:pt x="2647" y="768"/>
                      <a:pt x="2634" y="747"/>
                      <a:pt x="2613" y="747"/>
                    </a:cubicBezTo>
                    <a:cubicBezTo>
                      <a:pt x="1579" y="591"/>
                      <a:pt x="69" y="6"/>
                      <a:pt x="55" y="6"/>
                    </a:cubicBezTo>
                    <a:cubicBezTo>
                      <a:pt x="50" y="2"/>
                      <a:pt x="44" y="0"/>
                      <a:pt x="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91"/>
              <p:cNvSpPr/>
              <p:nvPr/>
            </p:nvSpPr>
            <p:spPr>
              <a:xfrm>
                <a:off x="7820444" y="2604763"/>
                <a:ext cx="127708" cy="97459"/>
              </a:xfrm>
              <a:custGeom>
                <a:avLst/>
                <a:gdLst/>
                <a:ahLst/>
                <a:cxnLst/>
                <a:rect l="l" t="t" r="r" b="b"/>
                <a:pathLst>
                  <a:path w="1199" h="915" extrusionOk="0">
                    <a:moveTo>
                      <a:pt x="45" y="0"/>
                    </a:moveTo>
                    <a:cubicBezTo>
                      <a:pt x="34" y="0"/>
                      <a:pt x="22" y="5"/>
                      <a:pt x="14" y="16"/>
                    </a:cubicBezTo>
                    <a:cubicBezTo>
                      <a:pt x="1" y="30"/>
                      <a:pt x="8" y="57"/>
                      <a:pt x="21" y="71"/>
                    </a:cubicBezTo>
                    <a:cubicBezTo>
                      <a:pt x="28" y="78"/>
                      <a:pt x="797" y="683"/>
                      <a:pt x="1130" y="908"/>
                    </a:cubicBezTo>
                    <a:cubicBezTo>
                      <a:pt x="1137" y="908"/>
                      <a:pt x="1144" y="915"/>
                      <a:pt x="1157" y="915"/>
                    </a:cubicBezTo>
                    <a:cubicBezTo>
                      <a:pt x="1171" y="915"/>
                      <a:pt x="1178" y="908"/>
                      <a:pt x="1191" y="894"/>
                    </a:cubicBezTo>
                    <a:cubicBezTo>
                      <a:pt x="1198" y="874"/>
                      <a:pt x="1198" y="853"/>
                      <a:pt x="1178" y="840"/>
                    </a:cubicBezTo>
                    <a:cubicBezTo>
                      <a:pt x="844" y="615"/>
                      <a:pt x="82" y="16"/>
                      <a:pt x="69" y="10"/>
                    </a:cubicBezTo>
                    <a:cubicBezTo>
                      <a:pt x="63" y="4"/>
                      <a:pt x="54" y="0"/>
                      <a:pt x="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91"/>
              <p:cNvSpPr/>
              <p:nvPr/>
            </p:nvSpPr>
            <p:spPr>
              <a:xfrm>
                <a:off x="7527748" y="2135256"/>
                <a:ext cx="21835" cy="7924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744" extrusionOk="0">
                    <a:moveTo>
                      <a:pt x="160" y="0"/>
                    </a:moveTo>
                    <a:cubicBezTo>
                      <a:pt x="143" y="0"/>
                      <a:pt x="128" y="14"/>
                      <a:pt x="123" y="36"/>
                    </a:cubicBezTo>
                    <a:lnTo>
                      <a:pt x="7" y="696"/>
                    </a:lnTo>
                    <a:cubicBezTo>
                      <a:pt x="0" y="717"/>
                      <a:pt x="14" y="737"/>
                      <a:pt x="34" y="744"/>
                    </a:cubicBezTo>
                    <a:lnTo>
                      <a:pt x="41" y="744"/>
                    </a:lnTo>
                    <a:cubicBezTo>
                      <a:pt x="61" y="744"/>
                      <a:pt x="75" y="730"/>
                      <a:pt x="82" y="710"/>
                    </a:cubicBezTo>
                    <a:lnTo>
                      <a:pt x="204" y="50"/>
                    </a:lnTo>
                    <a:cubicBezTo>
                      <a:pt x="204" y="23"/>
                      <a:pt x="191" y="9"/>
                      <a:pt x="170" y="2"/>
                    </a:cubicBezTo>
                    <a:cubicBezTo>
                      <a:pt x="167" y="1"/>
                      <a:pt x="163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91"/>
              <p:cNvSpPr/>
              <p:nvPr/>
            </p:nvSpPr>
            <p:spPr>
              <a:xfrm>
                <a:off x="8106004" y="2114912"/>
                <a:ext cx="33445" cy="81482"/>
              </a:xfrm>
              <a:custGeom>
                <a:avLst/>
                <a:gdLst/>
                <a:ahLst/>
                <a:cxnLst/>
                <a:rect l="l" t="t" r="r" b="b"/>
                <a:pathLst>
                  <a:path w="314" h="765" extrusionOk="0">
                    <a:moveTo>
                      <a:pt x="44" y="0"/>
                    </a:moveTo>
                    <a:cubicBezTo>
                      <a:pt x="38" y="0"/>
                      <a:pt x="33" y="1"/>
                      <a:pt x="28" y="3"/>
                    </a:cubicBezTo>
                    <a:cubicBezTo>
                      <a:pt x="7" y="9"/>
                      <a:pt x="0" y="30"/>
                      <a:pt x="7" y="50"/>
                    </a:cubicBezTo>
                    <a:lnTo>
                      <a:pt x="232" y="737"/>
                    </a:lnTo>
                    <a:cubicBezTo>
                      <a:pt x="239" y="751"/>
                      <a:pt x="252" y="765"/>
                      <a:pt x="273" y="765"/>
                    </a:cubicBezTo>
                    <a:lnTo>
                      <a:pt x="286" y="765"/>
                    </a:lnTo>
                    <a:cubicBezTo>
                      <a:pt x="307" y="751"/>
                      <a:pt x="313" y="731"/>
                      <a:pt x="307" y="710"/>
                    </a:cubicBezTo>
                    <a:lnTo>
                      <a:pt x="82" y="23"/>
                    </a:lnTo>
                    <a:cubicBezTo>
                      <a:pt x="77" y="8"/>
                      <a:pt x="6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0" name="Google Shape;1410;p91"/>
            <p:cNvGrpSpPr/>
            <p:nvPr/>
          </p:nvGrpSpPr>
          <p:grpSpPr>
            <a:xfrm>
              <a:off x="5917721" y="760073"/>
              <a:ext cx="1267499" cy="3623342"/>
              <a:chOff x="6102291" y="760073"/>
              <a:chExt cx="1267499" cy="3623342"/>
            </a:xfrm>
          </p:grpSpPr>
          <p:sp>
            <p:nvSpPr>
              <p:cNvPr id="1411" name="Google Shape;1411;p91"/>
              <p:cNvSpPr/>
              <p:nvPr/>
            </p:nvSpPr>
            <p:spPr>
              <a:xfrm>
                <a:off x="6554437" y="4327496"/>
                <a:ext cx="386427" cy="55919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525" extrusionOk="0">
                    <a:moveTo>
                      <a:pt x="1" y="1"/>
                    </a:moveTo>
                    <a:lnTo>
                      <a:pt x="1" y="525"/>
                    </a:lnTo>
                    <a:lnTo>
                      <a:pt x="3627" y="525"/>
                    </a:lnTo>
                    <a:lnTo>
                      <a:pt x="36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91"/>
              <p:cNvSpPr/>
              <p:nvPr/>
            </p:nvSpPr>
            <p:spPr>
              <a:xfrm>
                <a:off x="6713140" y="1075244"/>
                <a:ext cx="69020" cy="330817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31059" extrusionOk="0">
                    <a:moveTo>
                      <a:pt x="1" y="1"/>
                    </a:moveTo>
                    <a:lnTo>
                      <a:pt x="1" y="31059"/>
                    </a:lnTo>
                    <a:lnTo>
                      <a:pt x="647" y="31059"/>
                    </a:lnTo>
                    <a:lnTo>
                      <a:pt x="64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91"/>
              <p:cNvSpPr/>
              <p:nvPr/>
            </p:nvSpPr>
            <p:spPr>
              <a:xfrm>
                <a:off x="6713140" y="1748509"/>
                <a:ext cx="69020" cy="22474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110" extrusionOk="0">
                    <a:moveTo>
                      <a:pt x="1" y="0"/>
                    </a:moveTo>
                    <a:lnTo>
                      <a:pt x="1" y="2109"/>
                    </a:lnTo>
                    <a:lnTo>
                      <a:pt x="647" y="2109"/>
                    </a:ln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91"/>
              <p:cNvSpPr/>
              <p:nvPr/>
            </p:nvSpPr>
            <p:spPr>
              <a:xfrm>
                <a:off x="6102291" y="760073"/>
                <a:ext cx="1267499" cy="1097931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0308" extrusionOk="0">
                    <a:moveTo>
                      <a:pt x="2974" y="0"/>
                    </a:moveTo>
                    <a:lnTo>
                      <a:pt x="1" y="5150"/>
                    </a:lnTo>
                    <a:lnTo>
                      <a:pt x="2974" y="10307"/>
                    </a:lnTo>
                    <a:lnTo>
                      <a:pt x="8927" y="10307"/>
                    </a:lnTo>
                    <a:lnTo>
                      <a:pt x="11900" y="5150"/>
                    </a:lnTo>
                    <a:lnTo>
                      <a:pt x="89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91"/>
              <p:cNvSpPr/>
              <p:nvPr/>
            </p:nvSpPr>
            <p:spPr>
              <a:xfrm>
                <a:off x="6137760" y="790429"/>
                <a:ext cx="1196561" cy="1036367"/>
              </a:xfrm>
              <a:custGeom>
                <a:avLst/>
                <a:gdLst/>
                <a:ahLst/>
                <a:cxnLst/>
                <a:rect l="l" t="t" r="r" b="b"/>
                <a:pathLst>
                  <a:path w="11234" h="9730" extrusionOk="0">
                    <a:moveTo>
                      <a:pt x="8294" y="232"/>
                    </a:moveTo>
                    <a:lnTo>
                      <a:pt x="10975" y="4865"/>
                    </a:lnTo>
                    <a:lnTo>
                      <a:pt x="8294" y="9499"/>
                    </a:lnTo>
                    <a:lnTo>
                      <a:pt x="2940" y="9499"/>
                    </a:lnTo>
                    <a:lnTo>
                      <a:pt x="266" y="4865"/>
                    </a:lnTo>
                    <a:lnTo>
                      <a:pt x="2940" y="232"/>
                    </a:lnTo>
                    <a:close/>
                    <a:moveTo>
                      <a:pt x="2811" y="1"/>
                    </a:moveTo>
                    <a:lnTo>
                      <a:pt x="1" y="4865"/>
                    </a:lnTo>
                    <a:lnTo>
                      <a:pt x="2811" y="9730"/>
                    </a:lnTo>
                    <a:lnTo>
                      <a:pt x="8424" y="9730"/>
                    </a:lnTo>
                    <a:lnTo>
                      <a:pt x="11234" y="4865"/>
                    </a:lnTo>
                    <a:lnTo>
                      <a:pt x="84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91"/>
              <p:cNvSpPr/>
              <p:nvPr/>
            </p:nvSpPr>
            <p:spPr>
              <a:xfrm>
                <a:off x="6305197" y="1162690"/>
                <a:ext cx="165307" cy="264151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2480" extrusionOk="0">
                    <a:moveTo>
                      <a:pt x="754" y="1"/>
                    </a:moveTo>
                    <a:cubicBezTo>
                      <a:pt x="569" y="1"/>
                      <a:pt x="387" y="62"/>
                      <a:pt x="239" y="173"/>
                    </a:cubicBezTo>
                    <a:cubicBezTo>
                      <a:pt x="89" y="289"/>
                      <a:pt x="14" y="465"/>
                      <a:pt x="21" y="642"/>
                    </a:cubicBezTo>
                    <a:cubicBezTo>
                      <a:pt x="14" y="792"/>
                      <a:pt x="62" y="942"/>
                      <a:pt x="157" y="1057"/>
                    </a:cubicBezTo>
                    <a:cubicBezTo>
                      <a:pt x="286" y="1200"/>
                      <a:pt x="443" y="1302"/>
                      <a:pt x="620" y="1363"/>
                    </a:cubicBezTo>
                    <a:cubicBezTo>
                      <a:pt x="776" y="1418"/>
                      <a:pt x="919" y="1493"/>
                      <a:pt x="1048" y="1588"/>
                    </a:cubicBezTo>
                    <a:cubicBezTo>
                      <a:pt x="1116" y="1642"/>
                      <a:pt x="1150" y="1731"/>
                      <a:pt x="1150" y="1819"/>
                    </a:cubicBezTo>
                    <a:cubicBezTo>
                      <a:pt x="1157" y="1908"/>
                      <a:pt x="1116" y="2003"/>
                      <a:pt x="1041" y="2057"/>
                    </a:cubicBezTo>
                    <a:cubicBezTo>
                      <a:pt x="950" y="2119"/>
                      <a:pt x="841" y="2147"/>
                      <a:pt x="731" y="2147"/>
                    </a:cubicBezTo>
                    <a:cubicBezTo>
                      <a:pt x="719" y="2147"/>
                      <a:pt x="707" y="2147"/>
                      <a:pt x="695" y="2146"/>
                    </a:cubicBezTo>
                    <a:cubicBezTo>
                      <a:pt x="579" y="2146"/>
                      <a:pt x="463" y="2125"/>
                      <a:pt x="348" y="2098"/>
                    </a:cubicBezTo>
                    <a:cubicBezTo>
                      <a:pt x="225" y="2071"/>
                      <a:pt x="109" y="2030"/>
                      <a:pt x="1" y="1976"/>
                    </a:cubicBezTo>
                    <a:lnTo>
                      <a:pt x="1" y="2350"/>
                    </a:lnTo>
                    <a:cubicBezTo>
                      <a:pt x="196" y="2438"/>
                      <a:pt x="404" y="2480"/>
                      <a:pt x="618" y="2480"/>
                    </a:cubicBezTo>
                    <a:cubicBezTo>
                      <a:pt x="634" y="2480"/>
                      <a:pt x="651" y="2480"/>
                      <a:pt x="667" y="2479"/>
                    </a:cubicBezTo>
                    <a:cubicBezTo>
                      <a:pt x="939" y="2479"/>
                      <a:pt x="1157" y="2418"/>
                      <a:pt x="1314" y="2296"/>
                    </a:cubicBezTo>
                    <a:cubicBezTo>
                      <a:pt x="1463" y="2173"/>
                      <a:pt x="1552" y="1983"/>
                      <a:pt x="1545" y="1792"/>
                    </a:cubicBezTo>
                    <a:cubicBezTo>
                      <a:pt x="1545" y="1690"/>
                      <a:pt x="1525" y="1595"/>
                      <a:pt x="1491" y="1506"/>
                    </a:cubicBezTo>
                    <a:cubicBezTo>
                      <a:pt x="1443" y="1425"/>
                      <a:pt x="1382" y="1350"/>
                      <a:pt x="1307" y="1289"/>
                    </a:cubicBezTo>
                    <a:cubicBezTo>
                      <a:pt x="1184" y="1207"/>
                      <a:pt x="1055" y="1139"/>
                      <a:pt x="919" y="1085"/>
                    </a:cubicBezTo>
                    <a:cubicBezTo>
                      <a:pt x="803" y="1044"/>
                      <a:pt x="695" y="989"/>
                      <a:pt x="592" y="928"/>
                    </a:cubicBezTo>
                    <a:cubicBezTo>
                      <a:pt x="538" y="894"/>
                      <a:pt x="497" y="853"/>
                      <a:pt x="463" y="799"/>
                    </a:cubicBezTo>
                    <a:cubicBezTo>
                      <a:pt x="436" y="751"/>
                      <a:pt x="422" y="697"/>
                      <a:pt x="422" y="642"/>
                    </a:cubicBezTo>
                    <a:cubicBezTo>
                      <a:pt x="416" y="554"/>
                      <a:pt x="456" y="472"/>
                      <a:pt x="518" y="418"/>
                    </a:cubicBezTo>
                    <a:cubicBezTo>
                      <a:pt x="597" y="363"/>
                      <a:pt x="688" y="335"/>
                      <a:pt x="780" y="335"/>
                    </a:cubicBezTo>
                    <a:cubicBezTo>
                      <a:pt x="790" y="335"/>
                      <a:pt x="800" y="335"/>
                      <a:pt x="810" y="336"/>
                    </a:cubicBezTo>
                    <a:cubicBezTo>
                      <a:pt x="1007" y="343"/>
                      <a:pt x="1205" y="391"/>
                      <a:pt x="1382" y="472"/>
                    </a:cubicBezTo>
                    <a:lnTo>
                      <a:pt x="1504" y="152"/>
                    </a:lnTo>
                    <a:cubicBezTo>
                      <a:pt x="1286" y="57"/>
                      <a:pt x="1048" y="3"/>
                      <a:pt x="810" y="3"/>
                    </a:cubicBezTo>
                    <a:cubicBezTo>
                      <a:pt x="791" y="2"/>
                      <a:pt x="773" y="1"/>
                      <a:pt x="7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91"/>
              <p:cNvSpPr/>
              <p:nvPr/>
            </p:nvSpPr>
            <p:spPr>
              <a:xfrm>
                <a:off x="6490742" y="1165779"/>
                <a:ext cx="192788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2417" extrusionOk="0">
                    <a:moveTo>
                      <a:pt x="0" y="1"/>
                    </a:moveTo>
                    <a:lnTo>
                      <a:pt x="0" y="341"/>
                    </a:lnTo>
                    <a:lnTo>
                      <a:pt x="708" y="341"/>
                    </a:lnTo>
                    <a:lnTo>
                      <a:pt x="708" y="2416"/>
                    </a:lnTo>
                    <a:lnTo>
                      <a:pt x="1102" y="2416"/>
                    </a:lnTo>
                    <a:lnTo>
                      <a:pt x="1102" y="341"/>
                    </a:lnTo>
                    <a:lnTo>
                      <a:pt x="1810" y="341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91"/>
              <p:cNvSpPr/>
              <p:nvPr/>
            </p:nvSpPr>
            <p:spPr>
              <a:xfrm>
                <a:off x="6710264" y="1162158"/>
                <a:ext cx="241464" cy="264684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2485" extrusionOk="0">
                    <a:moveTo>
                      <a:pt x="1093" y="333"/>
                    </a:moveTo>
                    <a:cubicBezTo>
                      <a:pt x="1108" y="333"/>
                      <a:pt x="1122" y="333"/>
                      <a:pt x="1137" y="334"/>
                    </a:cubicBezTo>
                    <a:cubicBezTo>
                      <a:pt x="1151" y="333"/>
                      <a:pt x="1164" y="333"/>
                      <a:pt x="1178" y="333"/>
                    </a:cubicBezTo>
                    <a:cubicBezTo>
                      <a:pt x="1367" y="333"/>
                      <a:pt x="1547" y="420"/>
                      <a:pt x="1668" y="566"/>
                    </a:cubicBezTo>
                    <a:cubicBezTo>
                      <a:pt x="1783" y="709"/>
                      <a:pt x="1845" y="933"/>
                      <a:pt x="1845" y="1239"/>
                    </a:cubicBezTo>
                    <a:cubicBezTo>
                      <a:pt x="1845" y="1539"/>
                      <a:pt x="1783" y="1770"/>
                      <a:pt x="1668" y="1920"/>
                    </a:cubicBezTo>
                    <a:cubicBezTo>
                      <a:pt x="1521" y="2073"/>
                      <a:pt x="1327" y="2149"/>
                      <a:pt x="1134" y="2149"/>
                    </a:cubicBezTo>
                    <a:cubicBezTo>
                      <a:pt x="940" y="2149"/>
                      <a:pt x="746" y="2073"/>
                      <a:pt x="599" y="1920"/>
                    </a:cubicBezTo>
                    <a:cubicBezTo>
                      <a:pt x="477" y="1763"/>
                      <a:pt x="423" y="1539"/>
                      <a:pt x="423" y="1246"/>
                    </a:cubicBezTo>
                    <a:cubicBezTo>
                      <a:pt x="423" y="947"/>
                      <a:pt x="484" y="722"/>
                      <a:pt x="599" y="566"/>
                    </a:cubicBezTo>
                    <a:cubicBezTo>
                      <a:pt x="726" y="414"/>
                      <a:pt x="905" y="333"/>
                      <a:pt x="1093" y="333"/>
                    </a:cubicBezTo>
                    <a:close/>
                    <a:moveTo>
                      <a:pt x="1137" y="1"/>
                    </a:moveTo>
                    <a:cubicBezTo>
                      <a:pt x="776" y="1"/>
                      <a:pt x="491" y="110"/>
                      <a:pt x="293" y="321"/>
                    </a:cubicBezTo>
                    <a:cubicBezTo>
                      <a:pt x="96" y="538"/>
                      <a:pt x="1" y="845"/>
                      <a:pt x="1" y="1239"/>
                    </a:cubicBezTo>
                    <a:cubicBezTo>
                      <a:pt x="1" y="1641"/>
                      <a:pt x="96" y="1947"/>
                      <a:pt x="293" y="2164"/>
                    </a:cubicBezTo>
                    <a:cubicBezTo>
                      <a:pt x="491" y="2375"/>
                      <a:pt x="770" y="2484"/>
                      <a:pt x="1137" y="2484"/>
                    </a:cubicBezTo>
                    <a:cubicBezTo>
                      <a:pt x="1491" y="2484"/>
                      <a:pt x="1770" y="2375"/>
                      <a:pt x="1967" y="2158"/>
                    </a:cubicBezTo>
                    <a:cubicBezTo>
                      <a:pt x="2164" y="1940"/>
                      <a:pt x="2260" y="1634"/>
                      <a:pt x="2260" y="1246"/>
                    </a:cubicBezTo>
                    <a:cubicBezTo>
                      <a:pt x="2266" y="845"/>
                      <a:pt x="2164" y="545"/>
                      <a:pt x="1967" y="328"/>
                    </a:cubicBezTo>
                    <a:cubicBezTo>
                      <a:pt x="1770" y="110"/>
                      <a:pt x="1498" y="1"/>
                      <a:pt x="11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91"/>
              <p:cNvSpPr/>
              <p:nvPr/>
            </p:nvSpPr>
            <p:spPr>
              <a:xfrm>
                <a:off x="7005943" y="1165779"/>
                <a:ext cx="171911" cy="257441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417" extrusionOk="0">
                    <a:moveTo>
                      <a:pt x="733" y="331"/>
                    </a:moveTo>
                    <a:cubicBezTo>
                      <a:pt x="850" y="331"/>
                      <a:pt x="970" y="366"/>
                      <a:pt x="1069" y="436"/>
                    </a:cubicBezTo>
                    <a:cubicBezTo>
                      <a:pt x="1157" y="511"/>
                      <a:pt x="1205" y="627"/>
                      <a:pt x="1198" y="743"/>
                    </a:cubicBezTo>
                    <a:cubicBezTo>
                      <a:pt x="1205" y="872"/>
                      <a:pt x="1157" y="994"/>
                      <a:pt x="1055" y="1076"/>
                    </a:cubicBezTo>
                    <a:cubicBezTo>
                      <a:pt x="960" y="1144"/>
                      <a:pt x="810" y="1178"/>
                      <a:pt x="613" y="1178"/>
                    </a:cubicBezTo>
                    <a:lnTo>
                      <a:pt x="402" y="1178"/>
                    </a:lnTo>
                    <a:lnTo>
                      <a:pt x="402" y="334"/>
                    </a:lnTo>
                    <a:lnTo>
                      <a:pt x="674" y="334"/>
                    </a:lnTo>
                    <a:cubicBezTo>
                      <a:pt x="694" y="332"/>
                      <a:pt x="713" y="331"/>
                      <a:pt x="733" y="331"/>
                    </a:cubicBezTo>
                    <a:close/>
                    <a:moveTo>
                      <a:pt x="1" y="1"/>
                    </a:moveTo>
                    <a:lnTo>
                      <a:pt x="1" y="2416"/>
                    </a:lnTo>
                    <a:lnTo>
                      <a:pt x="395" y="2416"/>
                    </a:lnTo>
                    <a:lnTo>
                      <a:pt x="395" y="1511"/>
                    </a:lnTo>
                    <a:lnTo>
                      <a:pt x="647" y="1511"/>
                    </a:lnTo>
                    <a:cubicBezTo>
                      <a:pt x="953" y="1511"/>
                      <a:pt x="1191" y="1443"/>
                      <a:pt x="1355" y="1314"/>
                    </a:cubicBezTo>
                    <a:cubicBezTo>
                      <a:pt x="1525" y="1171"/>
                      <a:pt x="1613" y="953"/>
                      <a:pt x="1599" y="736"/>
                    </a:cubicBezTo>
                    <a:cubicBezTo>
                      <a:pt x="1613" y="525"/>
                      <a:pt x="1531" y="321"/>
                      <a:pt x="1375" y="185"/>
                    </a:cubicBezTo>
                    <a:cubicBezTo>
                      <a:pt x="1225" y="62"/>
                      <a:pt x="994" y="1"/>
                      <a:pt x="6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20" name="Google Shape;1420;p91"/>
          <p:cNvSpPr/>
          <p:nvPr/>
        </p:nvSpPr>
        <p:spPr>
          <a:xfrm>
            <a:off x="5916175" y="3223000"/>
            <a:ext cx="183000" cy="1584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91"/>
          <p:cNvSpPr txBox="1">
            <a:spLocks noGrp="1"/>
          </p:cNvSpPr>
          <p:nvPr>
            <p:ph type="title" idx="2"/>
          </p:nvPr>
        </p:nvSpPr>
        <p:spPr>
          <a:xfrm>
            <a:off x="2649150" y="946224"/>
            <a:ext cx="1148400" cy="114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422" name="Google Shape;1422;p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9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Timeline </a:t>
            </a:r>
            <a:endParaRPr/>
          </a:p>
        </p:txBody>
      </p:sp>
      <p:pic>
        <p:nvPicPr>
          <p:cNvPr id="1428" name="Google Shape;142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8" y="1285875"/>
            <a:ext cx="8543926" cy="35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9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435" name="Google Shape;1435;p93"/>
          <p:cNvSpPr txBox="1"/>
          <p:nvPr/>
        </p:nvSpPr>
        <p:spPr>
          <a:xfrm>
            <a:off x="358800" y="1320475"/>
            <a:ext cx="8426400" cy="3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Genders, W., &amp; Razavi, S. (2016). Using a deep reinforcement learning agent for traffic signal control. arXiv:1611.01142.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[2] Wei, H., Zheng, G., Yao, H., &amp; Li, Z. (2018). IntelliLight: A reinforcement learning approach for intelligent traffic light control. ACM SIGKDD, 2496–2505.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[3] Li, Y., Yu, R., Shahabi, C., &amp; Liu, Y. (2018). Diffusion convolutional recurrent neural network: Data-driven traffic forecasting. ICLR.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[4] Codeca, L., Frank, R., Faye, S., &amp; Engel, T. (2017). Luxembourg SUMO Traffic (LuST) Scenario: Traffic demand evaluation. IEEE ITS Magazine, 9(2), 52–63.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[5] Chen, C., Petty, K., Skabardonis, A., Varaiya, P., &amp; Jia, Z. (2001). Freeway performance measurement system: Mining loop detector data. TRR, 1748(1), 96–102.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[6] Shi, W., Cao, J., Zhang, Q., Li, Y., &amp; Xu, L. (2016). Edge computing: Vision and challenges. IEEE IoT Journal, 3(5), 637–646.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[7] Ault, J., &amp; Sharon, G. (2021). Reinforcement learning benchmarks for traffic signal control (RESCO). NeurIPS Datasets and Benchmarks Track.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[8] Liu, X., Xia, Y., Liang, Y., et al. (2023). LargeST: A benchmark dataset for large-scale traffic forecasting. NeurIPS Datasets and Benchmarks Track.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[9] Peddiraju, S. S., Harapanahalli, K., Andert, E., &amp; Shrivastava, A. (2024). IncidentNet: Traffic incident detection, localization and severity estimation with sparse sensing. arXiv:2408.00996.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6" name="Google Shape;1436;p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(Contd…)</a:t>
            </a:r>
            <a:endParaRPr/>
          </a:p>
        </p:txBody>
      </p:sp>
      <p:sp>
        <p:nvSpPr>
          <p:cNvPr id="1442" name="Google Shape;1442;p94"/>
          <p:cNvSpPr txBox="1"/>
          <p:nvPr/>
        </p:nvSpPr>
        <p:spPr>
          <a:xfrm>
            <a:off x="358800" y="1174900"/>
            <a:ext cx="8426400" cy="40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[10] Behera, A. P., Daubaris, P., Bravo, I., et al. (2024). Exploring the boundaries of on-device inference: When tiny falls short, go hierarchical. arXiv:2407.11061.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[11] Nguyen, D. V. A., Azevedo, C. L., Toledo, T., &amp; Rodrigues, F. (2025). Robustness of RL-based traffic signal control under incidents: A comparative study. arXiv:2506.13836.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[12] Xiao, F., Lu, J., Li, L., Tu, W., &amp; Li, C. (2025). Advances in reinforcement learning for traffic signal control: A review of recent progress. Intelligent Transportation Infrastructure, 4, liaf009.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[13] Ngo, D., Park, H.-C., &amp; Kang, B. (2025). Edge intelligence: A review of DNN inference in resource-limited environments. Electronics, 14(12), 2495.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[14] Duan, M., Sun, S., &amp; Liu, M. (2025). A multimodal deep fusion framework for highway traffic anomaly detection. Scientific Reports, 15, 33573.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[15] Xiao, H., Li, H., Wang, Z., et al. (2026). Intelligent traffic signal control based on reinforcement learning: A survey. Artificial Intelligence Review, 59, 128.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[16] AlSaqabi, Y. (2026). Reinforcement learning-based traffic signal control for IoT-enabled intersections. arXiv:2606.22108.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[17] Moothedath, V. N., Agarwal, U., Umeshraja, N., et al. (2026). Inference offloading for cost-sensitive binary classification at the edge. AAAI-26. arXiv:2509.15674.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[18] Saha, S., &amp; Debroy, S. (2026). Deep reinforcement learning-driven edge offloading for latency-constrained XR pipelines. IEEE/ACM CCGrid 2026. arXiv:2603.16823.</a:t>
            </a:r>
            <a:endParaRPr sz="1100">
              <a:solidFill>
                <a:srgbClr val="22222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300"/>
              </a:spcBef>
              <a:spcAft>
                <a:spcPts val="800"/>
              </a:spcAft>
              <a:buNone/>
            </a:pP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3" name="Google Shape;1443;p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95"/>
          <p:cNvSpPr txBox="1">
            <a:spLocks noGrp="1"/>
          </p:cNvSpPr>
          <p:nvPr>
            <p:ph type="title"/>
          </p:nvPr>
        </p:nvSpPr>
        <p:spPr>
          <a:xfrm>
            <a:off x="2286000" y="539492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449" name="Google Shape;1449;p95"/>
          <p:cNvSpPr txBox="1">
            <a:spLocks noGrp="1"/>
          </p:cNvSpPr>
          <p:nvPr>
            <p:ph type="subTitle" idx="1"/>
          </p:nvPr>
        </p:nvSpPr>
        <p:spPr>
          <a:xfrm>
            <a:off x="2286000" y="1545331"/>
            <a:ext cx="4572000" cy="5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 Black"/>
                <a:ea typeface="Lato Black"/>
                <a:cs typeface="Lato Black"/>
                <a:sym typeface="Lato Black"/>
              </a:rPr>
              <a:t>Q&amp;A</a:t>
            </a:r>
            <a:endParaRPr sz="1800"/>
          </a:p>
        </p:txBody>
      </p:sp>
      <p:grpSp>
        <p:nvGrpSpPr>
          <p:cNvPr id="1450" name="Google Shape;1450;p95"/>
          <p:cNvGrpSpPr/>
          <p:nvPr/>
        </p:nvGrpSpPr>
        <p:grpSpPr>
          <a:xfrm>
            <a:off x="3658741" y="2980909"/>
            <a:ext cx="1826518" cy="365770"/>
            <a:chOff x="713219" y="2909790"/>
            <a:chExt cx="1826518" cy="365770"/>
          </a:xfrm>
        </p:grpSpPr>
        <p:grpSp>
          <p:nvGrpSpPr>
            <p:cNvPr id="1451" name="Google Shape;1451;p95"/>
            <p:cNvGrpSpPr/>
            <p:nvPr/>
          </p:nvGrpSpPr>
          <p:grpSpPr>
            <a:xfrm>
              <a:off x="713219" y="2909790"/>
              <a:ext cx="367901" cy="365770"/>
              <a:chOff x="3368074" y="3882537"/>
              <a:chExt cx="215298" cy="215298"/>
            </a:xfrm>
          </p:grpSpPr>
          <p:sp>
            <p:nvSpPr>
              <p:cNvPr id="1452" name="Google Shape;1452;p95"/>
              <p:cNvSpPr/>
              <p:nvPr/>
            </p:nvSpPr>
            <p:spPr>
              <a:xfrm>
                <a:off x="3368074" y="3882537"/>
                <a:ext cx="215298" cy="215298"/>
              </a:xfrm>
              <a:custGeom>
                <a:avLst/>
                <a:gdLst/>
                <a:ahLst/>
                <a:cxnLst/>
                <a:rect l="l" t="t" r="r" b="b"/>
                <a:pathLst>
                  <a:path w="6764" h="6764" extrusionOk="0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95"/>
              <p:cNvSpPr/>
              <p:nvPr/>
            </p:nvSpPr>
            <p:spPr>
              <a:xfrm>
                <a:off x="3418143" y="3933656"/>
                <a:ext cx="114811" cy="112742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3542" extrusionOk="0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95"/>
              <p:cNvSpPr/>
              <p:nvPr/>
            </p:nvSpPr>
            <p:spPr>
              <a:xfrm>
                <a:off x="3519298" y="3910197"/>
                <a:ext cx="29570" cy="29220"/>
              </a:xfrm>
              <a:custGeom>
                <a:avLst/>
                <a:gdLst/>
                <a:ahLst/>
                <a:cxnLst/>
                <a:rect l="l" t="t" r="r" b="b"/>
                <a:pathLst>
                  <a:path w="929" h="918" extrusionOk="0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5" name="Google Shape;1455;p95"/>
            <p:cNvGrpSpPr/>
            <p:nvPr/>
          </p:nvGrpSpPr>
          <p:grpSpPr>
            <a:xfrm>
              <a:off x="1438343" y="2934584"/>
              <a:ext cx="355609" cy="316182"/>
              <a:chOff x="3824739" y="3890112"/>
              <a:chExt cx="208105" cy="186110"/>
            </a:xfrm>
          </p:grpSpPr>
          <p:sp>
            <p:nvSpPr>
              <p:cNvPr id="1456" name="Google Shape;1456;p95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787" extrusionOk="0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95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8" extrusionOk="0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95"/>
              <p:cNvSpPr/>
              <p:nvPr/>
            </p:nvSpPr>
            <p:spPr>
              <a:xfrm>
                <a:off x="3904696" y="3955682"/>
                <a:ext cx="128148" cy="120540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3787" extrusionOk="0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9" name="Google Shape;1459;p95"/>
            <p:cNvSpPr/>
            <p:nvPr/>
          </p:nvSpPr>
          <p:spPr>
            <a:xfrm>
              <a:off x="2151175" y="2934904"/>
              <a:ext cx="388562" cy="315542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0" name="Google Shape;1460;p95"/>
          <p:cNvSpPr txBox="1"/>
          <p:nvPr/>
        </p:nvSpPr>
        <p:spPr>
          <a:xfrm>
            <a:off x="2286000" y="423830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61" name="Google Shape;1461;p95"/>
          <p:cNvGrpSpPr/>
          <p:nvPr/>
        </p:nvGrpSpPr>
        <p:grpSpPr>
          <a:xfrm>
            <a:off x="860557" y="2480307"/>
            <a:ext cx="1530932" cy="685893"/>
            <a:chOff x="860557" y="2480307"/>
            <a:chExt cx="1530932" cy="685893"/>
          </a:xfrm>
        </p:grpSpPr>
        <p:sp>
          <p:nvSpPr>
            <p:cNvPr id="1462" name="Google Shape;1462;p95"/>
            <p:cNvSpPr/>
            <p:nvPr/>
          </p:nvSpPr>
          <p:spPr>
            <a:xfrm>
              <a:off x="860557" y="2983200"/>
              <a:ext cx="183000" cy="183000"/>
            </a:xfrm>
            <a:prstGeom prst="donut">
              <a:avLst>
                <a:gd name="adj" fmla="val 1711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3" name="Google Shape;1463;p95"/>
            <p:cNvGrpSpPr/>
            <p:nvPr/>
          </p:nvGrpSpPr>
          <p:grpSpPr>
            <a:xfrm>
              <a:off x="1874232" y="2480307"/>
              <a:ext cx="182878" cy="182886"/>
              <a:chOff x="769861" y="772165"/>
              <a:chExt cx="148500" cy="149100"/>
            </a:xfrm>
          </p:grpSpPr>
          <p:sp>
            <p:nvSpPr>
              <p:cNvPr id="1464" name="Google Shape;1464;p95"/>
              <p:cNvSpPr/>
              <p:nvPr/>
            </p:nvSpPr>
            <p:spPr>
              <a:xfrm rot="2703983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95"/>
              <p:cNvSpPr/>
              <p:nvPr/>
            </p:nvSpPr>
            <p:spPr>
              <a:xfrm rot="-2703983" flipH="1">
                <a:off x="752576" y="833032"/>
                <a:ext cx="183070" cy="2736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66" name="Google Shape;1466;p95"/>
            <p:cNvSpPr/>
            <p:nvPr/>
          </p:nvSpPr>
          <p:spPr>
            <a:xfrm>
              <a:off x="2208489" y="2916850"/>
              <a:ext cx="183000" cy="183000"/>
            </a:xfrm>
            <a:prstGeom prst="uturnArrow">
              <a:avLst>
                <a:gd name="adj1" fmla="val 17391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7" name="Google Shape;1467;p95"/>
          <p:cNvGrpSpPr/>
          <p:nvPr/>
        </p:nvGrpSpPr>
        <p:grpSpPr>
          <a:xfrm>
            <a:off x="6857996" y="2492550"/>
            <a:ext cx="1572779" cy="582150"/>
            <a:chOff x="6857996" y="2492550"/>
            <a:chExt cx="1572779" cy="582150"/>
          </a:xfrm>
        </p:grpSpPr>
        <p:sp>
          <p:nvSpPr>
            <p:cNvPr id="1468" name="Google Shape;1468;p95"/>
            <p:cNvSpPr/>
            <p:nvPr/>
          </p:nvSpPr>
          <p:spPr>
            <a:xfrm>
              <a:off x="8247775" y="2891700"/>
              <a:ext cx="183000" cy="183000"/>
            </a:xfrm>
            <a:prstGeom prst="bentArrow">
              <a:avLst>
                <a:gd name="adj1" fmla="val 17391"/>
                <a:gd name="adj2" fmla="val 25000"/>
                <a:gd name="adj3" fmla="val 25000"/>
                <a:gd name="adj4" fmla="val 43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95"/>
            <p:cNvSpPr/>
            <p:nvPr/>
          </p:nvSpPr>
          <p:spPr>
            <a:xfrm>
              <a:off x="6857996" y="2812888"/>
              <a:ext cx="183000" cy="183000"/>
            </a:xfrm>
            <a:prstGeom prst="noSmoking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95"/>
            <p:cNvSpPr/>
            <p:nvPr/>
          </p:nvSpPr>
          <p:spPr>
            <a:xfrm>
              <a:off x="7215228" y="2492550"/>
              <a:ext cx="183000" cy="1584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1" name="Google Shape;1471;p95"/>
          <p:cNvGrpSpPr/>
          <p:nvPr/>
        </p:nvGrpSpPr>
        <p:grpSpPr>
          <a:xfrm>
            <a:off x="713219" y="1163578"/>
            <a:ext cx="1215560" cy="3440434"/>
            <a:chOff x="713219" y="1204778"/>
            <a:chExt cx="1215560" cy="3440434"/>
          </a:xfrm>
        </p:grpSpPr>
        <p:sp>
          <p:nvSpPr>
            <p:cNvPr id="1472" name="Google Shape;1472;p95"/>
            <p:cNvSpPr/>
            <p:nvPr/>
          </p:nvSpPr>
          <p:spPr>
            <a:xfrm>
              <a:off x="863806" y="4553712"/>
              <a:ext cx="9144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3" name="Google Shape;1473;p95"/>
            <p:cNvGrpSpPr/>
            <p:nvPr/>
          </p:nvGrpSpPr>
          <p:grpSpPr>
            <a:xfrm>
              <a:off x="713219" y="1204778"/>
              <a:ext cx="1215560" cy="3399222"/>
              <a:chOff x="2277494" y="872037"/>
              <a:chExt cx="1215560" cy="3399222"/>
            </a:xfrm>
          </p:grpSpPr>
          <p:sp>
            <p:nvSpPr>
              <p:cNvPr id="1474" name="Google Shape;1474;p95"/>
              <p:cNvSpPr/>
              <p:nvPr/>
            </p:nvSpPr>
            <p:spPr>
              <a:xfrm>
                <a:off x="2840221" y="1176503"/>
                <a:ext cx="66669" cy="3094756"/>
              </a:xfrm>
              <a:custGeom>
                <a:avLst/>
                <a:gdLst/>
                <a:ahLst/>
                <a:cxnLst/>
                <a:rect l="l" t="t" r="r" b="b"/>
                <a:pathLst>
                  <a:path w="640" h="29528" extrusionOk="0">
                    <a:moveTo>
                      <a:pt x="0" y="0"/>
                    </a:moveTo>
                    <a:lnTo>
                      <a:pt x="0" y="29528"/>
                    </a:lnTo>
                    <a:lnTo>
                      <a:pt x="640" y="29528"/>
                    </a:ln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95"/>
              <p:cNvSpPr/>
              <p:nvPr/>
            </p:nvSpPr>
            <p:spPr>
              <a:xfrm>
                <a:off x="2840950" y="1826099"/>
                <a:ext cx="65940" cy="216847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069" extrusionOk="0">
                    <a:moveTo>
                      <a:pt x="0" y="0"/>
                    </a:moveTo>
                    <a:lnTo>
                      <a:pt x="0" y="2069"/>
                    </a:lnTo>
                    <a:lnTo>
                      <a:pt x="633" y="2069"/>
                    </a:lnTo>
                    <a:lnTo>
                      <a:pt x="6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95"/>
              <p:cNvSpPr/>
              <p:nvPr/>
            </p:nvSpPr>
            <p:spPr>
              <a:xfrm>
                <a:off x="2688549" y="4217702"/>
                <a:ext cx="370741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3559" h="511" extrusionOk="0">
                    <a:moveTo>
                      <a:pt x="0" y="0"/>
                    </a:moveTo>
                    <a:lnTo>
                      <a:pt x="0" y="511"/>
                    </a:lnTo>
                    <a:lnTo>
                      <a:pt x="3559" y="511"/>
                    </a:lnTo>
                    <a:lnTo>
                      <a:pt x="35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95"/>
              <p:cNvSpPr/>
              <p:nvPr/>
            </p:nvSpPr>
            <p:spPr>
              <a:xfrm>
                <a:off x="2277494" y="872037"/>
                <a:ext cx="1215560" cy="1058975"/>
              </a:xfrm>
              <a:custGeom>
                <a:avLst/>
                <a:gdLst/>
                <a:ahLst/>
                <a:cxnLst/>
                <a:rect l="l" t="t" r="r" b="b"/>
                <a:pathLst>
                  <a:path w="11669" h="10104" extrusionOk="0">
                    <a:moveTo>
                      <a:pt x="2919" y="0"/>
                    </a:moveTo>
                    <a:lnTo>
                      <a:pt x="0" y="5055"/>
                    </a:lnTo>
                    <a:lnTo>
                      <a:pt x="2919" y="10103"/>
                    </a:lnTo>
                    <a:lnTo>
                      <a:pt x="8750" y="10103"/>
                    </a:lnTo>
                    <a:lnTo>
                      <a:pt x="11668" y="5055"/>
                    </a:lnTo>
                    <a:lnTo>
                      <a:pt x="87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95"/>
              <p:cNvSpPr/>
              <p:nvPr/>
            </p:nvSpPr>
            <p:spPr>
              <a:xfrm>
                <a:off x="2310725" y="900544"/>
                <a:ext cx="1148266" cy="1001226"/>
              </a:xfrm>
              <a:custGeom>
                <a:avLst/>
                <a:gdLst/>
                <a:ahLst/>
                <a:cxnLst/>
                <a:rect l="l" t="t" r="r" b="b"/>
                <a:pathLst>
                  <a:path w="11023" h="9553" extrusionOk="0">
                    <a:moveTo>
                      <a:pt x="8138" y="232"/>
                    </a:moveTo>
                    <a:lnTo>
                      <a:pt x="10764" y="4776"/>
                    </a:lnTo>
                    <a:lnTo>
                      <a:pt x="8138" y="9328"/>
                    </a:lnTo>
                    <a:lnTo>
                      <a:pt x="2892" y="9328"/>
                    </a:lnTo>
                    <a:lnTo>
                      <a:pt x="266" y="4776"/>
                    </a:lnTo>
                    <a:lnTo>
                      <a:pt x="2892" y="232"/>
                    </a:lnTo>
                    <a:close/>
                    <a:moveTo>
                      <a:pt x="2756" y="0"/>
                    </a:moveTo>
                    <a:lnTo>
                      <a:pt x="35" y="4722"/>
                    </a:lnTo>
                    <a:lnTo>
                      <a:pt x="1" y="4776"/>
                    </a:lnTo>
                    <a:lnTo>
                      <a:pt x="2756" y="9553"/>
                    </a:lnTo>
                    <a:lnTo>
                      <a:pt x="8274" y="9553"/>
                    </a:lnTo>
                    <a:lnTo>
                      <a:pt x="10996" y="4831"/>
                    </a:lnTo>
                    <a:lnTo>
                      <a:pt x="11023" y="4776"/>
                    </a:lnTo>
                    <a:lnTo>
                      <a:pt x="826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95"/>
              <p:cNvSpPr/>
              <p:nvPr/>
            </p:nvSpPr>
            <p:spPr>
              <a:xfrm>
                <a:off x="2821783" y="1046017"/>
                <a:ext cx="126983" cy="555585"/>
              </a:xfrm>
              <a:custGeom>
                <a:avLst/>
                <a:gdLst/>
                <a:ahLst/>
                <a:cxnLst/>
                <a:rect l="l" t="t" r="r" b="b"/>
                <a:pathLst>
                  <a:path w="1219" h="5301" extrusionOk="0">
                    <a:moveTo>
                      <a:pt x="592" y="0"/>
                    </a:moveTo>
                    <a:cubicBezTo>
                      <a:pt x="170" y="0"/>
                      <a:pt x="0" y="245"/>
                      <a:pt x="0" y="463"/>
                    </a:cubicBezTo>
                    <a:lnTo>
                      <a:pt x="198" y="4906"/>
                    </a:lnTo>
                    <a:cubicBezTo>
                      <a:pt x="198" y="5123"/>
                      <a:pt x="375" y="5300"/>
                      <a:pt x="592" y="5300"/>
                    </a:cubicBezTo>
                    <a:cubicBezTo>
                      <a:pt x="596" y="5300"/>
                      <a:pt x="600" y="5300"/>
                      <a:pt x="604" y="5300"/>
                    </a:cubicBezTo>
                    <a:cubicBezTo>
                      <a:pt x="817" y="5300"/>
                      <a:pt x="994" y="5119"/>
                      <a:pt x="994" y="4906"/>
                    </a:cubicBezTo>
                    <a:lnTo>
                      <a:pt x="1218" y="463"/>
                    </a:lnTo>
                    <a:cubicBezTo>
                      <a:pt x="1218" y="245"/>
                      <a:pt x="1021" y="0"/>
                      <a:pt x="59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95"/>
              <p:cNvSpPr/>
              <p:nvPr/>
            </p:nvSpPr>
            <p:spPr>
              <a:xfrm>
                <a:off x="2836679" y="1643525"/>
                <a:ext cx="93649" cy="94222"/>
              </a:xfrm>
              <a:custGeom>
                <a:avLst/>
                <a:gdLst/>
                <a:ahLst/>
                <a:cxnLst/>
                <a:rect l="l" t="t" r="r" b="b"/>
                <a:pathLst>
                  <a:path w="899" h="899" extrusionOk="0">
                    <a:moveTo>
                      <a:pt x="449" y="1"/>
                    </a:moveTo>
                    <a:cubicBezTo>
                      <a:pt x="204" y="1"/>
                      <a:pt x="0" y="205"/>
                      <a:pt x="0" y="450"/>
                    </a:cubicBezTo>
                    <a:cubicBezTo>
                      <a:pt x="0" y="695"/>
                      <a:pt x="204" y="892"/>
                      <a:pt x="449" y="899"/>
                    </a:cubicBezTo>
                    <a:cubicBezTo>
                      <a:pt x="694" y="899"/>
                      <a:pt x="898" y="695"/>
                      <a:pt x="898" y="450"/>
                    </a:cubicBezTo>
                    <a:cubicBezTo>
                      <a:pt x="898" y="205"/>
                      <a:pt x="694" y="1"/>
                      <a:pt x="4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1" name="Google Shape;1481;p95"/>
          <p:cNvGrpSpPr/>
          <p:nvPr/>
        </p:nvGrpSpPr>
        <p:grpSpPr>
          <a:xfrm>
            <a:off x="7272376" y="1162950"/>
            <a:ext cx="1158404" cy="3441674"/>
            <a:chOff x="7272376" y="1203538"/>
            <a:chExt cx="1158404" cy="3441674"/>
          </a:xfrm>
        </p:grpSpPr>
        <p:sp>
          <p:nvSpPr>
            <p:cNvPr id="1482" name="Google Shape;1482;p95"/>
            <p:cNvSpPr/>
            <p:nvPr/>
          </p:nvSpPr>
          <p:spPr>
            <a:xfrm>
              <a:off x="7394380" y="4553712"/>
              <a:ext cx="914400" cy="9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3" name="Google Shape;1483;p95"/>
            <p:cNvGrpSpPr/>
            <p:nvPr/>
          </p:nvGrpSpPr>
          <p:grpSpPr>
            <a:xfrm>
              <a:off x="7272376" y="1203538"/>
              <a:ext cx="1158404" cy="3401690"/>
              <a:chOff x="6970025" y="684447"/>
              <a:chExt cx="1277746" cy="3774623"/>
            </a:xfrm>
          </p:grpSpPr>
          <p:sp>
            <p:nvSpPr>
              <p:cNvPr id="1484" name="Google Shape;1484;p95"/>
              <p:cNvSpPr/>
              <p:nvPr/>
            </p:nvSpPr>
            <p:spPr>
              <a:xfrm>
                <a:off x="7374704" y="937945"/>
                <a:ext cx="132303" cy="24185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218" extrusionOk="0">
                    <a:moveTo>
                      <a:pt x="151" y="0"/>
                    </a:moveTo>
                    <a:cubicBezTo>
                      <a:pt x="1" y="0"/>
                      <a:pt x="1" y="218"/>
                      <a:pt x="151" y="218"/>
                    </a:cubicBezTo>
                    <a:lnTo>
                      <a:pt x="1042" y="218"/>
                    </a:lnTo>
                    <a:cubicBezTo>
                      <a:pt x="1191" y="218"/>
                      <a:pt x="1191" y="0"/>
                      <a:pt x="10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85" name="Google Shape;1485;p95"/>
              <p:cNvGrpSpPr/>
              <p:nvPr/>
            </p:nvGrpSpPr>
            <p:grpSpPr>
              <a:xfrm>
                <a:off x="6970025" y="684447"/>
                <a:ext cx="1277746" cy="3774623"/>
                <a:chOff x="6970025" y="684447"/>
                <a:chExt cx="1277746" cy="3774623"/>
              </a:xfrm>
            </p:grpSpPr>
            <p:sp>
              <p:nvSpPr>
                <p:cNvPr id="1486" name="Google Shape;1486;p95"/>
                <p:cNvSpPr/>
                <p:nvPr/>
              </p:nvSpPr>
              <p:spPr>
                <a:xfrm>
                  <a:off x="7578597" y="1328898"/>
                  <a:ext cx="65042" cy="3130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28215" extrusionOk="0">
                      <a:moveTo>
                        <a:pt x="1" y="0"/>
                      </a:moveTo>
                      <a:lnTo>
                        <a:pt x="1" y="28215"/>
                      </a:lnTo>
                      <a:lnTo>
                        <a:pt x="586" y="28215"/>
                      </a:lnTo>
                      <a:lnTo>
                        <a:pt x="58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7" name="Google Shape;1487;p95"/>
                <p:cNvSpPr/>
                <p:nvPr/>
              </p:nvSpPr>
              <p:spPr>
                <a:xfrm>
                  <a:off x="7578597" y="1748584"/>
                  <a:ext cx="65042" cy="212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1919" extrusionOk="0">
                      <a:moveTo>
                        <a:pt x="1" y="0"/>
                      </a:moveTo>
                      <a:lnTo>
                        <a:pt x="1" y="1919"/>
                      </a:lnTo>
                      <a:lnTo>
                        <a:pt x="586" y="1919"/>
                      </a:lnTo>
                      <a:lnTo>
                        <a:pt x="5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8" name="Google Shape;1488;p95"/>
                <p:cNvSpPr/>
                <p:nvPr/>
              </p:nvSpPr>
              <p:spPr>
                <a:xfrm>
                  <a:off x="7428313" y="4406151"/>
                  <a:ext cx="365609" cy="529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4" h="477" extrusionOk="0">
                      <a:moveTo>
                        <a:pt x="1" y="0"/>
                      </a:moveTo>
                      <a:lnTo>
                        <a:pt x="1" y="477"/>
                      </a:lnTo>
                      <a:lnTo>
                        <a:pt x="3294" y="477"/>
                      </a:lnTo>
                      <a:lnTo>
                        <a:pt x="329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9" name="Google Shape;1489;p95"/>
                <p:cNvSpPr/>
                <p:nvPr/>
              </p:nvSpPr>
              <p:spPr>
                <a:xfrm>
                  <a:off x="6970025" y="684447"/>
                  <a:ext cx="1277746" cy="1164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12" h="10496" extrusionOk="0">
                      <a:moveTo>
                        <a:pt x="5756" y="1"/>
                      </a:moveTo>
                      <a:cubicBezTo>
                        <a:pt x="4414" y="1"/>
                        <a:pt x="3072" y="513"/>
                        <a:pt x="2048" y="1537"/>
                      </a:cubicBezTo>
                      <a:cubicBezTo>
                        <a:pt x="0" y="3585"/>
                        <a:pt x="0" y="6911"/>
                        <a:pt x="2048" y="8959"/>
                      </a:cubicBezTo>
                      <a:cubicBezTo>
                        <a:pt x="3072" y="9983"/>
                        <a:pt x="4414" y="10495"/>
                        <a:pt x="5756" y="10495"/>
                      </a:cubicBezTo>
                      <a:cubicBezTo>
                        <a:pt x="7098" y="10495"/>
                        <a:pt x="8440" y="9983"/>
                        <a:pt x="9464" y="8959"/>
                      </a:cubicBezTo>
                      <a:cubicBezTo>
                        <a:pt x="11512" y="6911"/>
                        <a:pt x="11512" y="3585"/>
                        <a:pt x="9464" y="1537"/>
                      </a:cubicBezTo>
                      <a:cubicBezTo>
                        <a:pt x="8440" y="513"/>
                        <a:pt x="7098" y="1"/>
                        <a:pt x="57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0" name="Google Shape;1490;p95"/>
                <p:cNvSpPr/>
                <p:nvPr/>
              </p:nvSpPr>
              <p:spPr>
                <a:xfrm>
                  <a:off x="7066589" y="1167702"/>
                  <a:ext cx="439641" cy="377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1" h="3400" extrusionOk="0">
                      <a:moveTo>
                        <a:pt x="2267" y="229"/>
                      </a:moveTo>
                      <a:cubicBezTo>
                        <a:pt x="3083" y="229"/>
                        <a:pt x="3743" y="889"/>
                        <a:pt x="3743" y="1698"/>
                      </a:cubicBezTo>
                      <a:cubicBezTo>
                        <a:pt x="3743" y="2591"/>
                        <a:pt x="3014" y="3179"/>
                        <a:pt x="2256" y="3179"/>
                      </a:cubicBezTo>
                      <a:cubicBezTo>
                        <a:pt x="1894" y="3179"/>
                        <a:pt x="1525" y="3045"/>
                        <a:pt x="1226" y="2746"/>
                      </a:cubicBezTo>
                      <a:cubicBezTo>
                        <a:pt x="294" y="1814"/>
                        <a:pt x="953" y="229"/>
                        <a:pt x="2267" y="229"/>
                      </a:cubicBezTo>
                      <a:close/>
                      <a:moveTo>
                        <a:pt x="2256" y="0"/>
                      </a:moveTo>
                      <a:cubicBezTo>
                        <a:pt x="1839" y="0"/>
                        <a:pt x="1415" y="155"/>
                        <a:pt x="1069" y="501"/>
                      </a:cubicBezTo>
                      <a:cubicBezTo>
                        <a:pt x="1" y="1569"/>
                        <a:pt x="756" y="3399"/>
                        <a:pt x="2267" y="3399"/>
                      </a:cubicBezTo>
                      <a:cubicBezTo>
                        <a:pt x="3199" y="3392"/>
                        <a:pt x="3961" y="2637"/>
                        <a:pt x="3961" y="1698"/>
                      </a:cubicBezTo>
                      <a:cubicBezTo>
                        <a:pt x="3961" y="677"/>
                        <a:pt x="3126" y="0"/>
                        <a:pt x="225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1" name="Google Shape;1491;p95"/>
                <p:cNvSpPr/>
                <p:nvPr/>
              </p:nvSpPr>
              <p:spPr>
                <a:xfrm>
                  <a:off x="7648079" y="1167702"/>
                  <a:ext cx="440418" cy="377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" h="3400" extrusionOk="0">
                      <a:moveTo>
                        <a:pt x="2273" y="229"/>
                      </a:moveTo>
                      <a:cubicBezTo>
                        <a:pt x="3083" y="229"/>
                        <a:pt x="3743" y="889"/>
                        <a:pt x="3743" y="1698"/>
                      </a:cubicBezTo>
                      <a:cubicBezTo>
                        <a:pt x="3743" y="2591"/>
                        <a:pt x="3017" y="3179"/>
                        <a:pt x="2259" y="3179"/>
                      </a:cubicBezTo>
                      <a:cubicBezTo>
                        <a:pt x="1896" y="3179"/>
                        <a:pt x="1527" y="3045"/>
                        <a:pt x="1225" y="2746"/>
                      </a:cubicBezTo>
                      <a:cubicBezTo>
                        <a:pt x="300" y="1814"/>
                        <a:pt x="953" y="229"/>
                        <a:pt x="2273" y="229"/>
                      </a:cubicBezTo>
                      <a:close/>
                      <a:moveTo>
                        <a:pt x="2257" y="0"/>
                      </a:moveTo>
                      <a:cubicBezTo>
                        <a:pt x="1840" y="0"/>
                        <a:pt x="1415" y="155"/>
                        <a:pt x="1069" y="501"/>
                      </a:cubicBezTo>
                      <a:cubicBezTo>
                        <a:pt x="1" y="1569"/>
                        <a:pt x="763" y="3399"/>
                        <a:pt x="2273" y="3399"/>
                      </a:cubicBezTo>
                      <a:cubicBezTo>
                        <a:pt x="3205" y="3392"/>
                        <a:pt x="3960" y="2637"/>
                        <a:pt x="3967" y="1698"/>
                      </a:cubicBezTo>
                      <a:cubicBezTo>
                        <a:pt x="3967" y="677"/>
                        <a:pt x="3130" y="0"/>
                        <a:pt x="225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2" name="Google Shape;1492;p95"/>
                <p:cNvSpPr/>
                <p:nvPr/>
              </p:nvSpPr>
              <p:spPr>
                <a:xfrm>
                  <a:off x="7629987" y="1080725"/>
                  <a:ext cx="283253" cy="33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2" h="3027" extrusionOk="0">
                      <a:moveTo>
                        <a:pt x="667" y="1258"/>
                      </a:moveTo>
                      <a:lnTo>
                        <a:pt x="2171" y="2421"/>
                      </a:lnTo>
                      <a:lnTo>
                        <a:pt x="266" y="2782"/>
                      </a:lnTo>
                      <a:lnTo>
                        <a:pt x="667" y="1258"/>
                      </a:lnTo>
                      <a:close/>
                      <a:moveTo>
                        <a:pt x="850" y="0"/>
                      </a:moveTo>
                      <a:cubicBezTo>
                        <a:pt x="809" y="0"/>
                        <a:pt x="768" y="23"/>
                        <a:pt x="749" y="74"/>
                      </a:cubicBezTo>
                      <a:lnTo>
                        <a:pt x="504" y="1006"/>
                      </a:lnTo>
                      <a:cubicBezTo>
                        <a:pt x="497" y="1026"/>
                        <a:pt x="490" y="1047"/>
                        <a:pt x="490" y="1067"/>
                      </a:cubicBezTo>
                      <a:lnTo>
                        <a:pt x="7" y="2890"/>
                      </a:lnTo>
                      <a:cubicBezTo>
                        <a:pt x="0" y="2924"/>
                        <a:pt x="7" y="2965"/>
                        <a:pt x="34" y="2992"/>
                      </a:cubicBezTo>
                      <a:cubicBezTo>
                        <a:pt x="55" y="3020"/>
                        <a:pt x="89" y="3027"/>
                        <a:pt x="116" y="3027"/>
                      </a:cubicBezTo>
                      <a:lnTo>
                        <a:pt x="137" y="3027"/>
                      </a:lnTo>
                      <a:lnTo>
                        <a:pt x="2457" y="2598"/>
                      </a:lnTo>
                      <a:cubicBezTo>
                        <a:pt x="2497" y="2584"/>
                        <a:pt x="2531" y="2550"/>
                        <a:pt x="2538" y="2509"/>
                      </a:cubicBezTo>
                      <a:cubicBezTo>
                        <a:pt x="2552" y="2469"/>
                        <a:pt x="2538" y="2428"/>
                        <a:pt x="2504" y="2401"/>
                      </a:cubicBezTo>
                      <a:lnTo>
                        <a:pt x="735" y="1026"/>
                      </a:lnTo>
                      <a:lnTo>
                        <a:pt x="967" y="135"/>
                      </a:lnTo>
                      <a:cubicBezTo>
                        <a:pt x="979" y="53"/>
                        <a:pt x="914" y="0"/>
                        <a:pt x="85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3" name="Google Shape;1493;p95"/>
                <p:cNvSpPr/>
                <p:nvPr/>
              </p:nvSpPr>
              <p:spPr>
                <a:xfrm>
                  <a:off x="7402452" y="1129428"/>
                  <a:ext cx="254062" cy="287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" h="2588" extrusionOk="0">
                      <a:moveTo>
                        <a:pt x="157" y="0"/>
                      </a:moveTo>
                      <a:cubicBezTo>
                        <a:pt x="75" y="0"/>
                        <a:pt x="0" y="100"/>
                        <a:pt x="71" y="186"/>
                      </a:cubicBezTo>
                      <a:lnTo>
                        <a:pt x="2084" y="2553"/>
                      </a:lnTo>
                      <a:cubicBezTo>
                        <a:pt x="2105" y="2574"/>
                        <a:pt x="2132" y="2588"/>
                        <a:pt x="2166" y="2588"/>
                      </a:cubicBezTo>
                      <a:cubicBezTo>
                        <a:pt x="2193" y="2588"/>
                        <a:pt x="2221" y="2581"/>
                        <a:pt x="2241" y="2567"/>
                      </a:cubicBezTo>
                      <a:cubicBezTo>
                        <a:pt x="2282" y="2526"/>
                        <a:pt x="2289" y="2458"/>
                        <a:pt x="2255" y="2411"/>
                      </a:cubicBezTo>
                      <a:lnTo>
                        <a:pt x="241" y="43"/>
                      </a:lnTo>
                      <a:cubicBezTo>
                        <a:pt x="216" y="13"/>
                        <a:pt x="186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4" name="Google Shape;1494;p95"/>
                <p:cNvSpPr/>
                <p:nvPr/>
              </p:nvSpPr>
              <p:spPr>
                <a:xfrm>
                  <a:off x="7303003" y="938389"/>
                  <a:ext cx="144290" cy="430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" h="3881" extrusionOk="0">
                      <a:moveTo>
                        <a:pt x="799" y="1"/>
                      </a:moveTo>
                      <a:cubicBezTo>
                        <a:pt x="732" y="1"/>
                        <a:pt x="665" y="61"/>
                        <a:pt x="694" y="146"/>
                      </a:cubicBezTo>
                      <a:lnTo>
                        <a:pt x="1082" y="1275"/>
                      </a:lnTo>
                      <a:cubicBezTo>
                        <a:pt x="1035" y="1466"/>
                        <a:pt x="790" y="2459"/>
                        <a:pt x="708" y="2670"/>
                      </a:cubicBezTo>
                      <a:cubicBezTo>
                        <a:pt x="633" y="2860"/>
                        <a:pt x="205" y="3486"/>
                        <a:pt x="48" y="3711"/>
                      </a:cubicBezTo>
                      <a:cubicBezTo>
                        <a:pt x="0" y="3779"/>
                        <a:pt x="48" y="3874"/>
                        <a:pt x="137" y="3881"/>
                      </a:cubicBezTo>
                      <a:cubicBezTo>
                        <a:pt x="171" y="3881"/>
                        <a:pt x="205" y="3860"/>
                        <a:pt x="225" y="3833"/>
                      </a:cubicBezTo>
                      <a:cubicBezTo>
                        <a:pt x="286" y="3745"/>
                        <a:pt x="810" y="2990"/>
                        <a:pt x="905" y="2745"/>
                      </a:cubicBezTo>
                      <a:cubicBezTo>
                        <a:pt x="1001" y="2500"/>
                        <a:pt x="1286" y="1343"/>
                        <a:pt x="1300" y="1296"/>
                      </a:cubicBezTo>
                      <a:cubicBezTo>
                        <a:pt x="1300" y="1275"/>
                        <a:pt x="1300" y="1255"/>
                        <a:pt x="1300" y="1234"/>
                      </a:cubicBezTo>
                      <a:lnTo>
                        <a:pt x="899" y="78"/>
                      </a:lnTo>
                      <a:cubicBezTo>
                        <a:pt x="880" y="23"/>
                        <a:pt x="840" y="1"/>
                        <a:pt x="79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5" name="Google Shape;1495;p95"/>
                <p:cNvSpPr/>
                <p:nvPr/>
              </p:nvSpPr>
              <p:spPr>
                <a:xfrm>
                  <a:off x="7417103" y="1066525"/>
                  <a:ext cx="285473" cy="186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2" h="1685" extrusionOk="0">
                      <a:moveTo>
                        <a:pt x="165" y="1"/>
                      </a:moveTo>
                      <a:cubicBezTo>
                        <a:pt x="69" y="1"/>
                        <a:pt x="1" y="140"/>
                        <a:pt x="109" y="209"/>
                      </a:cubicBezTo>
                      <a:lnTo>
                        <a:pt x="2367" y="1665"/>
                      </a:lnTo>
                      <a:cubicBezTo>
                        <a:pt x="2381" y="1678"/>
                        <a:pt x="2401" y="1685"/>
                        <a:pt x="2422" y="1685"/>
                      </a:cubicBezTo>
                      <a:cubicBezTo>
                        <a:pt x="2531" y="1678"/>
                        <a:pt x="2572" y="1542"/>
                        <a:pt x="2483" y="1481"/>
                      </a:cubicBezTo>
                      <a:lnTo>
                        <a:pt x="224" y="18"/>
                      </a:lnTo>
                      <a:cubicBezTo>
                        <a:pt x="204" y="6"/>
                        <a:pt x="184" y="1"/>
                        <a:pt x="16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6" name="Google Shape;1496;p95"/>
                <p:cNvSpPr/>
                <p:nvPr/>
              </p:nvSpPr>
              <p:spPr>
                <a:xfrm>
                  <a:off x="7270482" y="1320466"/>
                  <a:ext cx="83244" cy="7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" h="641" extrusionOk="0">
                      <a:moveTo>
                        <a:pt x="430" y="226"/>
                      </a:moveTo>
                      <a:cubicBezTo>
                        <a:pt x="484" y="226"/>
                        <a:pt x="532" y="267"/>
                        <a:pt x="532" y="321"/>
                      </a:cubicBezTo>
                      <a:cubicBezTo>
                        <a:pt x="532" y="382"/>
                        <a:pt x="480" y="424"/>
                        <a:pt x="428" y="424"/>
                      </a:cubicBezTo>
                      <a:cubicBezTo>
                        <a:pt x="404" y="424"/>
                        <a:pt x="381" y="415"/>
                        <a:pt x="362" y="396"/>
                      </a:cubicBezTo>
                      <a:cubicBezTo>
                        <a:pt x="293" y="335"/>
                        <a:pt x="341" y="226"/>
                        <a:pt x="430" y="226"/>
                      </a:cubicBezTo>
                      <a:close/>
                      <a:moveTo>
                        <a:pt x="428" y="1"/>
                      </a:moveTo>
                      <a:cubicBezTo>
                        <a:pt x="349" y="1"/>
                        <a:pt x="269" y="30"/>
                        <a:pt x="205" y="97"/>
                      </a:cubicBezTo>
                      <a:cubicBezTo>
                        <a:pt x="1" y="301"/>
                        <a:pt x="144" y="641"/>
                        <a:pt x="430" y="641"/>
                      </a:cubicBezTo>
                      <a:cubicBezTo>
                        <a:pt x="606" y="641"/>
                        <a:pt x="749" y="498"/>
                        <a:pt x="749" y="321"/>
                      </a:cubicBezTo>
                      <a:cubicBezTo>
                        <a:pt x="749" y="128"/>
                        <a:pt x="591" y="1"/>
                        <a:pt x="42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7" name="Google Shape;1497;p95"/>
                <p:cNvSpPr/>
                <p:nvPr/>
              </p:nvSpPr>
              <p:spPr>
                <a:xfrm>
                  <a:off x="7851972" y="1320466"/>
                  <a:ext cx="83244" cy="7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" h="641" extrusionOk="0">
                      <a:moveTo>
                        <a:pt x="436" y="226"/>
                      </a:moveTo>
                      <a:cubicBezTo>
                        <a:pt x="565" y="226"/>
                        <a:pt x="565" y="423"/>
                        <a:pt x="436" y="423"/>
                      </a:cubicBezTo>
                      <a:cubicBezTo>
                        <a:pt x="300" y="423"/>
                        <a:pt x="300" y="226"/>
                        <a:pt x="436" y="226"/>
                      </a:cubicBezTo>
                      <a:close/>
                      <a:moveTo>
                        <a:pt x="431" y="1"/>
                      </a:moveTo>
                      <a:cubicBezTo>
                        <a:pt x="352" y="1"/>
                        <a:pt x="271" y="30"/>
                        <a:pt x="205" y="97"/>
                      </a:cubicBezTo>
                      <a:cubicBezTo>
                        <a:pt x="1" y="301"/>
                        <a:pt x="150" y="641"/>
                        <a:pt x="436" y="641"/>
                      </a:cubicBezTo>
                      <a:cubicBezTo>
                        <a:pt x="606" y="641"/>
                        <a:pt x="749" y="498"/>
                        <a:pt x="749" y="321"/>
                      </a:cubicBezTo>
                      <a:cubicBezTo>
                        <a:pt x="749" y="128"/>
                        <a:pt x="594" y="1"/>
                        <a:pt x="4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8" name="Google Shape;1498;p95"/>
                <p:cNvSpPr/>
                <p:nvPr/>
              </p:nvSpPr>
              <p:spPr>
                <a:xfrm>
                  <a:off x="7620885" y="1079837"/>
                  <a:ext cx="165490" cy="24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1" h="225" extrusionOk="0">
                      <a:moveTo>
                        <a:pt x="137" y="0"/>
                      </a:moveTo>
                      <a:cubicBezTo>
                        <a:pt x="1" y="14"/>
                        <a:pt x="1" y="211"/>
                        <a:pt x="137" y="225"/>
                      </a:cubicBezTo>
                      <a:lnTo>
                        <a:pt x="1355" y="225"/>
                      </a:lnTo>
                      <a:cubicBezTo>
                        <a:pt x="1491" y="211"/>
                        <a:pt x="1491" y="14"/>
                        <a:pt x="135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499" name="Google Shape;1499;p9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ffic Signs and Rules Lesson for Elementary by Slidesgo">
  <a:themeElements>
    <a:clrScheme name="Simple Light">
      <a:dk1>
        <a:srgbClr val="000000"/>
      </a:dk1>
      <a:lt1>
        <a:srgbClr val="CFAF9E"/>
      </a:lt1>
      <a:dk2>
        <a:srgbClr val="F1EAE2"/>
      </a:dk2>
      <a:lt2>
        <a:srgbClr val="CD4B4B"/>
      </a:lt2>
      <a:accent1>
        <a:srgbClr val="EFA500"/>
      </a:accent1>
      <a:accent2>
        <a:srgbClr val="C9F190"/>
      </a:accent2>
      <a:accent3>
        <a:srgbClr val="13ABD4"/>
      </a:accent3>
      <a:accent4>
        <a:srgbClr val="506B8D"/>
      </a:accent4>
      <a:accent5>
        <a:srgbClr val="81898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affic Signs and Rules Lesson for Elementary by Slidesgo">
  <a:themeElements>
    <a:clrScheme name="Simple Light">
      <a:dk1>
        <a:srgbClr val="000000"/>
      </a:dk1>
      <a:lt1>
        <a:srgbClr val="CFAF9E"/>
      </a:lt1>
      <a:dk2>
        <a:srgbClr val="F1EAE2"/>
      </a:dk2>
      <a:lt2>
        <a:srgbClr val="CD4B4B"/>
      </a:lt2>
      <a:accent1>
        <a:srgbClr val="EFA500"/>
      </a:accent1>
      <a:accent2>
        <a:srgbClr val="C9F190"/>
      </a:accent2>
      <a:accent3>
        <a:srgbClr val="13ABD4"/>
      </a:accent3>
      <a:accent4>
        <a:srgbClr val="506B8D"/>
      </a:accent4>
      <a:accent5>
        <a:srgbClr val="81898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3445</Words>
  <Application>Microsoft Office PowerPoint</Application>
  <PresentationFormat>On-screen Show (16:9)</PresentationFormat>
  <Paragraphs>475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Arial</vt:lpstr>
      <vt:lpstr>Bebas Neue</vt:lpstr>
      <vt:lpstr>Nunito Light</vt:lpstr>
      <vt:lpstr>Lato Black</vt:lpstr>
      <vt:lpstr>Lato</vt:lpstr>
      <vt:lpstr>Calibri</vt:lpstr>
      <vt:lpstr>PT Sans</vt:lpstr>
      <vt:lpstr>Times New Roman</vt:lpstr>
      <vt:lpstr>Anaheim</vt:lpstr>
      <vt:lpstr>Nunito</vt:lpstr>
      <vt:lpstr>Traffic Signs and Rules Lesson for Elementary by Slidesgo</vt:lpstr>
      <vt:lpstr>Traffic Signs and Rules Lesson for Elementary by Slidesgo</vt:lpstr>
      <vt:lpstr>Resource-Aware Edge-Cloud Framework for Reinforcement Learning-based Intelligent Traffic Signal Control and Anomaly Detection </vt:lpstr>
      <vt:lpstr>Table of contents</vt:lpstr>
      <vt:lpstr>Introduction</vt:lpstr>
      <vt:lpstr>Urban Traffic &amp; the Rise of Edge-IoT ITS  </vt:lpstr>
      <vt:lpstr>Urban Traffic &amp; the Rise of Edge-IoT ITS (Contd…) </vt:lpstr>
      <vt:lpstr>Background</vt:lpstr>
      <vt:lpstr>Problem Statement</vt:lpstr>
      <vt:lpstr>Research Statement</vt:lpstr>
      <vt:lpstr>The Core CS Problem</vt:lpstr>
      <vt:lpstr>Objectives</vt:lpstr>
      <vt:lpstr>Literature Review</vt:lpstr>
      <vt:lpstr>Existing Solutions</vt:lpstr>
      <vt:lpstr>Existing Solutions (Contd…)</vt:lpstr>
      <vt:lpstr>Existing Solutions (Contd…)</vt:lpstr>
      <vt:lpstr>Proposed Solution &amp; Methodology</vt:lpstr>
      <vt:lpstr>Proposed Solution</vt:lpstr>
      <vt:lpstr>Methodology – System Architecture  </vt:lpstr>
      <vt:lpstr>Dataset Plan</vt:lpstr>
      <vt:lpstr>Data Types</vt:lpstr>
      <vt:lpstr>Public Dataset Details</vt:lpstr>
      <vt:lpstr>Public Dataset Details (Contd …)</vt:lpstr>
      <vt:lpstr>Dataset Feasibility</vt:lpstr>
      <vt:lpstr>Research Traceability Mapping</vt:lpstr>
      <vt:lpstr>Evaluation Criteria</vt:lpstr>
      <vt:lpstr>Novelty &amp; Research Contribution </vt:lpstr>
      <vt:lpstr>Novelty &amp; Research Contribution </vt:lpstr>
      <vt:lpstr>Feasibility Analysis</vt:lpstr>
      <vt:lpstr>Feasibility Analysis</vt:lpstr>
      <vt:lpstr>Feasibility Analysis</vt:lpstr>
      <vt:lpstr>Feasibility Analysis</vt:lpstr>
      <vt:lpstr>Feasibility Analysis</vt:lpstr>
      <vt:lpstr>Research Timeline</vt:lpstr>
      <vt:lpstr>Research Timeline </vt:lpstr>
      <vt:lpstr>References</vt:lpstr>
      <vt:lpstr>References (Contd…)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LAKSHITHA KONARA</cp:lastModifiedBy>
  <cp:revision>7</cp:revision>
  <dcterms:modified xsi:type="dcterms:W3CDTF">2026-09-06T05:53:51Z</dcterms:modified>
</cp:coreProperties>
</file>